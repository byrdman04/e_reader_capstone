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7"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5143500" cx="9144000"/>
  <p:notesSz cx="6858000" cy="9144000"/>
  <p:embeddedFontLst>
    <p:embeddedFont>
      <p:font typeface="IBM Plex Sans"/>
      <p:regular r:id="rId27"/>
      <p:bold r:id="rId28"/>
      <p:italic r:id="rId29"/>
      <p:boldItalic r:id="rId30"/>
    </p:embeddedFont>
    <p:embeddedFont>
      <p:font typeface="Sora SemiBold"/>
      <p:regular r:id="rId31"/>
      <p:bold r:id="rId32"/>
    </p:embeddedFont>
    <p:embeddedFont>
      <p:font typeface="IBM Plex Sans Medium"/>
      <p:regular r:id="rId33"/>
      <p:bold r:id="rId34"/>
      <p:italic r:id="rId35"/>
      <p:boldItalic r:id="rId36"/>
    </p:embeddedFont>
    <p:embeddedFont>
      <p:font typeface="Sora Light"/>
      <p:regular r:id="rId37"/>
      <p:bold r:id="rId38"/>
    </p:embeddedFont>
    <p:embeddedFont>
      <p:font typeface="Sora ExtraLight"/>
      <p:regular r:id="rId39"/>
      <p:bold r:id="rId40"/>
    </p:embeddedFont>
    <p:embeddedFont>
      <p:font typeface="Sora"/>
      <p:regular r:id="rId41"/>
      <p:bold r:id="rId42"/>
    </p:embeddedFont>
    <p:embeddedFont>
      <p:font typeface="Sora Medium"/>
      <p:regular r:id="rId43"/>
      <p:bold r:id="rId44"/>
    </p:embeddedFont>
    <p:embeddedFont>
      <p:font typeface="IBM Plex Sans SemiBold"/>
      <p:regular r:id="rId45"/>
      <p:bold r:id="rId46"/>
      <p:italic r:id="rId47"/>
      <p:boldItalic r:id="rId4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SoraExtraLight-bold.fntdata"/><Relationship Id="rId42" Type="http://schemas.openxmlformats.org/officeDocument/2006/relationships/font" Target="fonts/Sora-bold.fntdata"/><Relationship Id="rId41" Type="http://schemas.openxmlformats.org/officeDocument/2006/relationships/font" Target="fonts/Sora-regular.fntdata"/><Relationship Id="rId44" Type="http://schemas.openxmlformats.org/officeDocument/2006/relationships/font" Target="fonts/SoraMedium-bold.fntdata"/><Relationship Id="rId43" Type="http://schemas.openxmlformats.org/officeDocument/2006/relationships/font" Target="fonts/SoraMedium-regular.fntdata"/><Relationship Id="rId46" Type="http://schemas.openxmlformats.org/officeDocument/2006/relationships/font" Target="fonts/IBMPlexSansSemiBold-bold.fntdata"/><Relationship Id="rId45" Type="http://schemas.openxmlformats.org/officeDocument/2006/relationships/font" Target="fonts/IBMPlexSansSemiBold-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IBMPlexSansSemiBold-boldItalic.fntdata"/><Relationship Id="rId47" Type="http://schemas.openxmlformats.org/officeDocument/2006/relationships/font" Target="fonts/IBMPlexSansSemi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SoraSemiBold-regular.fntdata"/><Relationship Id="rId30" Type="http://schemas.openxmlformats.org/officeDocument/2006/relationships/font" Target="fonts/IBMPlexSans-boldItalic.fntdata"/><Relationship Id="rId33" Type="http://schemas.openxmlformats.org/officeDocument/2006/relationships/font" Target="fonts/IBMPlexSansMedium-regular.fntdata"/><Relationship Id="rId32" Type="http://schemas.openxmlformats.org/officeDocument/2006/relationships/font" Target="fonts/SoraSemiBold-bold.fntdata"/><Relationship Id="rId35" Type="http://schemas.openxmlformats.org/officeDocument/2006/relationships/font" Target="fonts/IBMPlexSansMedium-italic.fntdata"/><Relationship Id="rId34" Type="http://schemas.openxmlformats.org/officeDocument/2006/relationships/font" Target="fonts/IBMPlexSansMedium-bold.fntdata"/><Relationship Id="rId37" Type="http://schemas.openxmlformats.org/officeDocument/2006/relationships/font" Target="fonts/SoraLight-regular.fntdata"/><Relationship Id="rId36" Type="http://schemas.openxmlformats.org/officeDocument/2006/relationships/font" Target="fonts/IBMPlexSansMedium-boldItalic.fntdata"/><Relationship Id="rId39" Type="http://schemas.openxmlformats.org/officeDocument/2006/relationships/font" Target="fonts/SoraExtraLight-regular.fntdata"/><Relationship Id="rId38" Type="http://schemas.openxmlformats.org/officeDocument/2006/relationships/font" Target="fonts/SoraLight-bold.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IBMPlexSans-bold.fntdata"/><Relationship Id="rId27" Type="http://schemas.openxmlformats.org/officeDocument/2006/relationships/font" Target="fonts/IBMPlexSans-regular.fntdata"/><Relationship Id="rId29" Type="http://schemas.openxmlformats.org/officeDocument/2006/relationships/font" Target="fonts/IBMPlexSans-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4" name="Shape 884"/>
        <p:cNvGrpSpPr/>
        <p:nvPr/>
      </p:nvGrpSpPr>
      <p:grpSpPr>
        <a:xfrm>
          <a:off x="0" y="0"/>
          <a:ext cx="0" cy="0"/>
          <a:chOff x="0" y="0"/>
          <a:chExt cx="0" cy="0"/>
        </a:xfrm>
      </p:grpSpPr>
      <p:sp>
        <p:nvSpPr>
          <p:cNvPr id="885" name="Google Shape;885;g3c6ff555a0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6" name="Google Shape;886;g3c6ff555a0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0" name="Shape 890"/>
        <p:cNvGrpSpPr/>
        <p:nvPr/>
      </p:nvGrpSpPr>
      <p:grpSpPr>
        <a:xfrm>
          <a:off x="0" y="0"/>
          <a:ext cx="0" cy="0"/>
          <a:chOff x="0" y="0"/>
          <a:chExt cx="0" cy="0"/>
        </a:xfrm>
      </p:grpSpPr>
      <p:sp>
        <p:nvSpPr>
          <p:cNvPr id="891" name="Google Shape;891;g3c6ff555a0b_0_8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2" name="Google Shape;892;g3c6ff555a0b_0_8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g3c6ff555a0b_0_9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5" name="Google Shape;925;g3c6ff555a0b_0_9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9" name="Shape 929"/>
        <p:cNvGrpSpPr/>
        <p:nvPr/>
      </p:nvGrpSpPr>
      <p:grpSpPr>
        <a:xfrm>
          <a:off x="0" y="0"/>
          <a:ext cx="0" cy="0"/>
          <a:chOff x="0" y="0"/>
          <a:chExt cx="0" cy="0"/>
        </a:xfrm>
      </p:grpSpPr>
      <p:sp>
        <p:nvSpPr>
          <p:cNvPr id="930" name="Google Shape;930;g3c6ff555a0b_0_9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1" name="Google Shape;931;g3c6ff555a0b_0_9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Talkify will be used for the TTS library in Javascript</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9" name="Shape 939"/>
        <p:cNvGrpSpPr/>
        <p:nvPr/>
      </p:nvGrpSpPr>
      <p:grpSpPr>
        <a:xfrm>
          <a:off x="0" y="0"/>
          <a:ext cx="0" cy="0"/>
          <a:chOff x="0" y="0"/>
          <a:chExt cx="0" cy="0"/>
        </a:xfrm>
      </p:grpSpPr>
      <p:sp>
        <p:nvSpPr>
          <p:cNvPr id="940" name="Google Shape;940;g3c6ff555a0b_0_9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1" name="Google Shape;941;g3c6ff555a0b_0_9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rgbClr val="353535"/>
                </a:solidFill>
                <a:latin typeface="Sora"/>
                <a:ea typeface="Sora"/>
                <a:cs typeface="Sora"/>
                <a:sym typeface="Sora"/>
              </a:rPr>
              <a:t>After signing in, the user will be directed to their dashboard.</a:t>
            </a:r>
            <a:endParaRPr sz="1200">
              <a:solidFill>
                <a:srgbClr val="353535"/>
              </a:solidFill>
              <a:latin typeface="Sora"/>
              <a:ea typeface="Sora"/>
              <a:cs typeface="Sora"/>
              <a:sym typeface="Sora"/>
            </a:endParaRPr>
          </a:p>
          <a:p>
            <a:pPr indent="0" lvl="0" marL="0" rtl="0" algn="l">
              <a:lnSpc>
                <a:spcPct val="115000"/>
              </a:lnSpc>
              <a:spcBef>
                <a:spcPts val="1000"/>
              </a:spcBef>
              <a:spcAft>
                <a:spcPts val="0"/>
              </a:spcAft>
              <a:buClr>
                <a:schemeClr val="dk1"/>
              </a:buClr>
              <a:buSzPts val="1100"/>
              <a:buFont typeface="Arial"/>
              <a:buNone/>
            </a:pPr>
            <a:r>
              <a:rPr lang="en" sz="1200">
                <a:solidFill>
                  <a:srgbClr val="353535"/>
                </a:solidFill>
                <a:latin typeface="Sora"/>
                <a:ea typeface="Sora"/>
                <a:cs typeface="Sora"/>
                <a:sym typeface="Sora"/>
              </a:rPr>
              <a:t>From the dashboard the user can upload new documents, or view their existing documents. This is also where the profile is accessible.</a:t>
            </a:r>
            <a:endParaRPr sz="1200">
              <a:solidFill>
                <a:srgbClr val="353535"/>
              </a:solidFill>
              <a:latin typeface="Sora"/>
              <a:ea typeface="Sora"/>
              <a:cs typeface="Sora"/>
              <a:sym typeface="Sora"/>
            </a:endParaRPr>
          </a:p>
          <a:p>
            <a:pPr indent="0" lvl="0" marL="0" rtl="0" algn="l">
              <a:lnSpc>
                <a:spcPct val="115000"/>
              </a:lnSpc>
              <a:spcBef>
                <a:spcPts val="1000"/>
              </a:spcBef>
              <a:spcAft>
                <a:spcPts val="0"/>
              </a:spcAft>
              <a:buClr>
                <a:schemeClr val="dk1"/>
              </a:buClr>
              <a:buSzPts val="1100"/>
              <a:buFont typeface="Arial"/>
              <a:buNone/>
            </a:pPr>
            <a:r>
              <a:rPr lang="en" sz="1200">
                <a:solidFill>
                  <a:srgbClr val="353535"/>
                </a:solidFill>
                <a:latin typeface="Sora"/>
                <a:ea typeface="Sora"/>
                <a:cs typeface="Sora"/>
                <a:sym typeface="Sora"/>
              </a:rPr>
              <a:t>The document page will load the text contents of a document and display it to the user.</a:t>
            </a:r>
            <a:endParaRPr sz="1200">
              <a:solidFill>
                <a:srgbClr val="353535"/>
              </a:solidFill>
              <a:latin typeface="Sora"/>
              <a:ea typeface="Sora"/>
              <a:cs typeface="Sora"/>
              <a:sym typeface="Sora"/>
            </a:endParaRPr>
          </a:p>
          <a:p>
            <a:pPr indent="0" lvl="0" marL="0" rtl="0" algn="l">
              <a:lnSpc>
                <a:spcPct val="115000"/>
              </a:lnSpc>
              <a:spcBef>
                <a:spcPts val="1000"/>
              </a:spcBef>
              <a:spcAft>
                <a:spcPts val="1000"/>
              </a:spcAft>
              <a:buClr>
                <a:schemeClr val="dk1"/>
              </a:buClr>
              <a:buSzPts val="1100"/>
              <a:buFont typeface="Arial"/>
              <a:buNone/>
            </a:pPr>
            <a:r>
              <a:rPr lang="en" sz="1200">
                <a:solidFill>
                  <a:srgbClr val="353535"/>
                </a:solidFill>
                <a:latin typeface="Sora"/>
                <a:ea typeface="Sora"/>
                <a:cs typeface="Sora"/>
                <a:sym typeface="Sora"/>
              </a:rPr>
              <a:t>The profile page will display some stats about the user, as well as show collections they have created.</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5" name="Shape 945"/>
        <p:cNvGrpSpPr/>
        <p:nvPr/>
      </p:nvGrpSpPr>
      <p:grpSpPr>
        <a:xfrm>
          <a:off x="0" y="0"/>
          <a:ext cx="0" cy="0"/>
          <a:chOff x="0" y="0"/>
          <a:chExt cx="0" cy="0"/>
        </a:xfrm>
      </p:grpSpPr>
      <p:sp>
        <p:nvSpPr>
          <p:cNvPr id="946" name="Google Shape;946;g3c715d8e3b8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7" name="Google Shape;947;g3c715d8e3b8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rgbClr val="353535"/>
                </a:solidFill>
                <a:latin typeface="Sora"/>
                <a:ea typeface="Sora"/>
                <a:cs typeface="Sora"/>
                <a:sym typeface="Sora"/>
              </a:rPr>
              <a:t>The sign-in page will be the first thing that the user will see. It will consist of a Google sign-in prompt. </a:t>
            </a:r>
            <a:endParaRPr sz="1200">
              <a:solidFill>
                <a:srgbClr val="353535"/>
              </a:solidFill>
              <a:latin typeface="Sora"/>
              <a:ea typeface="Sora"/>
              <a:cs typeface="Sora"/>
              <a:sym typeface="Sora"/>
            </a:endParaRPr>
          </a:p>
          <a:p>
            <a:pPr indent="0" lvl="0" marL="0" rtl="0" algn="l">
              <a:lnSpc>
                <a:spcPct val="115000"/>
              </a:lnSpc>
              <a:spcBef>
                <a:spcPts val="1000"/>
              </a:spcBef>
              <a:spcAft>
                <a:spcPts val="0"/>
              </a:spcAft>
              <a:buNone/>
            </a:pPr>
            <a:r>
              <a:rPr lang="en" sz="1200">
                <a:solidFill>
                  <a:srgbClr val="353535"/>
                </a:solidFill>
                <a:latin typeface="Sora"/>
                <a:ea typeface="Sora"/>
                <a:cs typeface="Sora"/>
                <a:sym typeface="Sora"/>
              </a:rPr>
              <a:t>Existing users have their data saved in the database, and can access their collections and uploaded documents, and see document annotations</a:t>
            </a:r>
            <a:endParaRPr sz="1200">
              <a:solidFill>
                <a:srgbClr val="353535"/>
              </a:solidFill>
              <a:latin typeface="Sora"/>
              <a:ea typeface="Sora"/>
              <a:cs typeface="Sora"/>
              <a:sym typeface="Sora"/>
            </a:endParaRPr>
          </a:p>
          <a:p>
            <a:pPr indent="0" lvl="0" marL="0" rtl="0" algn="l">
              <a:spcBef>
                <a:spcPts val="1000"/>
              </a:spcBef>
              <a:spcAft>
                <a:spcPts val="0"/>
              </a:spcAft>
              <a:buNone/>
            </a:pPr>
            <a:r>
              <a:rPr lang="en" sz="1200">
                <a:solidFill>
                  <a:srgbClr val="353535"/>
                </a:solidFill>
                <a:latin typeface="Sora"/>
                <a:ea typeface="Sora"/>
                <a:cs typeface="Sora"/>
                <a:sym typeface="Sora"/>
              </a:rPr>
              <a:t>User must be signed in to access other pages. If they are not, they will be redirected to the sign-in page.</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1" name="Shape 951"/>
        <p:cNvGrpSpPr/>
        <p:nvPr/>
      </p:nvGrpSpPr>
      <p:grpSpPr>
        <a:xfrm>
          <a:off x="0" y="0"/>
          <a:ext cx="0" cy="0"/>
          <a:chOff x="0" y="0"/>
          <a:chExt cx="0" cy="0"/>
        </a:xfrm>
      </p:grpSpPr>
      <p:sp>
        <p:nvSpPr>
          <p:cNvPr id="952" name="Google Shape;952;g3c720265da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3" name="Google Shape;953;g3c720265da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300">
                <a:solidFill>
                  <a:srgbClr val="353535"/>
                </a:solidFill>
                <a:latin typeface="Sora"/>
                <a:ea typeface="Sora"/>
                <a:cs typeface="Sora"/>
                <a:sym typeface="Sora"/>
              </a:rPr>
              <a:t>Sign-in and validation handled through Google Sign-in</a:t>
            </a:r>
            <a:endParaRPr sz="1300">
              <a:solidFill>
                <a:srgbClr val="353535"/>
              </a:solidFill>
              <a:latin typeface="Sora"/>
              <a:ea typeface="Sora"/>
              <a:cs typeface="Sora"/>
              <a:sym typeface="Sora"/>
            </a:endParaRPr>
          </a:p>
          <a:p>
            <a:pPr indent="0" lvl="0" marL="0" rtl="0" algn="l">
              <a:lnSpc>
                <a:spcPct val="115000"/>
              </a:lnSpc>
              <a:spcBef>
                <a:spcPts val="1000"/>
              </a:spcBef>
              <a:spcAft>
                <a:spcPts val="0"/>
              </a:spcAft>
              <a:buClr>
                <a:schemeClr val="dk1"/>
              </a:buClr>
              <a:buSzPts val="1100"/>
              <a:buFont typeface="Arial"/>
              <a:buNone/>
            </a:pPr>
            <a:r>
              <a:rPr lang="en" sz="1300">
                <a:solidFill>
                  <a:srgbClr val="353535"/>
                </a:solidFill>
                <a:latin typeface="Sora"/>
                <a:ea typeface="Sora"/>
                <a:cs typeface="Sora"/>
                <a:sym typeface="Sora"/>
              </a:rPr>
              <a:t>Accounts will only be created and loaded using Google Sign-in</a:t>
            </a:r>
            <a:endParaRPr sz="1300">
              <a:solidFill>
                <a:srgbClr val="353535"/>
              </a:solidFill>
              <a:latin typeface="Sora"/>
              <a:ea typeface="Sora"/>
              <a:cs typeface="Sora"/>
              <a:sym typeface="Sora"/>
            </a:endParaRPr>
          </a:p>
          <a:p>
            <a:pPr indent="0" lvl="0" marL="0" rtl="0" algn="l">
              <a:lnSpc>
                <a:spcPct val="115000"/>
              </a:lnSpc>
              <a:spcBef>
                <a:spcPts val="1000"/>
              </a:spcBef>
              <a:spcAft>
                <a:spcPts val="0"/>
              </a:spcAft>
              <a:buClr>
                <a:schemeClr val="dk1"/>
              </a:buClr>
              <a:buSzPts val="1100"/>
              <a:buFont typeface="Arial"/>
              <a:buNone/>
            </a:pPr>
            <a:r>
              <a:rPr lang="en" sz="1300">
                <a:solidFill>
                  <a:srgbClr val="353535"/>
                </a:solidFill>
                <a:latin typeface="Sora"/>
                <a:ea typeface="Sora"/>
                <a:cs typeface="Sora"/>
                <a:sym typeface="Sora"/>
              </a:rPr>
              <a:t>New users will be taken to the dashboard with no documents or collections present, profile will default to private.</a:t>
            </a:r>
            <a:endParaRPr sz="1300">
              <a:solidFill>
                <a:srgbClr val="353535"/>
              </a:solidFill>
              <a:latin typeface="Sora"/>
              <a:ea typeface="Sora"/>
              <a:cs typeface="Sora"/>
              <a:sym typeface="Sora"/>
            </a:endParaRPr>
          </a:p>
          <a:p>
            <a:pPr indent="0" lvl="0" marL="0" rtl="0" algn="l">
              <a:lnSpc>
                <a:spcPct val="115000"/>
              </a:lnSpc>
              <a:spcBef>
                <a:spcPts val="1000"/>
              </a:spcBef>
              <a:spcAft>
                <a:spcPts val="1000"/>
              </a:spcAft>
              <a:buNone/>
            </a:pPr>
            <a:r>
              <a:rPr lang="en" sz="1300">
                <a:solidFill>
                  <a:srgbClr val="353535"/>
                </a:solidFill>
                <a:latin typeface="Sora"/>
                <a:ea typeface="Sora"/>
                <a:cs typeface="Sora"/>
                <a:sym typeface="Sora"/>
              </a:rPr>
              <a:t>Existing users will be taken to the dashboard with uploaded documents and created collections being loaded from database.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7" name="Shape 957"/>
        <p:cNvGrpSpPr/>
        <p:nvPr/>
      </p:nvGrpSpPr>
      <p:grpSpPr>
        <a:xfrm>
          <a:off x="0" y="0"/>
          <a:ext cx="0" cy="0"/>
          <a:chOff x="0" y="0"/>
          <a:chExt cx="0" cy="0"/>
        </a:xfrm>
      </p:grpSpPr>
      <p:sp>
        <p:nvSpPr>
          <p:cNvPr id="958" name="Google Shape;958;g3c6ff555a0b_0_9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9" name="Google Shape;959;g3c6ff555a0b_0_9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6" name="Shape 976"/>
        <p:cNvGrpSpPr/>
        <p:nvPr/>
      </p:nvGrpSpPr>
      <p:grpSpPr>
        <a:xfrm>
          <a:off x="0" y="0"/>
          <a:ext cx="0" cy="0"/>
          <a:chOff x="0" y="0"/>
          <a:chExt cx="0" cy="0"/>
        </a:xfrm>
      </p:grpSpPr>
      <p:sp>
        <p:nvSpPr>
          <p:cNvPr id="977" name="Google Shape;977;g3c74d448c8f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8" name="Google Shape;978;g3c74d448c8f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5" name="Shape 995"/>
        <p:cNvGrpSpPr/>
        <p:nvPr/>
      </p:nvGrpSpPr>
      <p:grpSpPr>
        <a:xfrm>
          <a:off x="0" y="0"/>
          <a:ext cx="0" cy="0"/>
          <a:chOff x="0" y="0"/>
          <a:chExt cx="0" cy="0"/>
        </a:xfrm>
      </p:grpSpPr>
      <p:sp>
        <p:nvSpPr>
          <p:cNvPr id="996" name="Google Shape;996;g3c720265da9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7" name="Google Shape;997;g3c720265da9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rgbClr val="353535"/>
                </a:solidFill>
                <a:latin typeface="Sora"/>
                <a:ea typeface="Sora"/>
                <a:cs typeface="Sora"/>
                <a:sym typeface="Sora"/>
              </a:rPr>
              <a:t>Toolbar at the top for profile entry, search bar for document searching, filters button for document filtering.</a:t>
            </a:r>
            <a:endParaRPr>
              <a:solidFill>
                <a:srgbClr val="353535"/>
              </a:solidFill>
              <a:latin typeface="Sora"/>
              <a:ea typeface="Sora"/>
              <a:cs typeface="Sora"/>
              <a:sym typeface="Sora"/>
            </a:endParaRPr>
          </a:p>
          <a:p>
            <a:pPr indent="0" lvl="0" marL="0" rtl="0" algn="l">
              <a:lnSpc>
                <a:spcPct val="115000"/>
              </a:lnSpc>
              <a:spcBef>
                <a:spcPts val="1000"/>
              </a:spcBef>
              <a:spcAft>
                <a:spcPts val="0"/>
              </a:spcAft>
              <a:buClr>
                <a:schemeClr val="dk1"/>
              </a:buClr>
              <a:buSzPts val="1100"/>
              <a:buFont typeface="Arial"/>
              <a:buNone/>
            </a:pPr>
            <a:r>
              <a:rPr lang="en">
                <a:solidFill>
                  <a:srgbClr val="353535"/>
                </a:solidFill>
                <a:latin typeface="Sora"/>
                <a:ea typeface="Sora"/>
                <a:cs typeface="Sora"/>
                <a:sym typeface="Sora"/>
              </a:rPr>
              <a:t>Sidebar on left side for collection creation, viewing existing collections, or uploading a document.</a:t>
            </a:r>
            <a:endParaRPr>
              <a:solidFill>
                <a:srgbClr val="353535"/>
              </a:solidFill>
              <a:latin typeface="Sora"/>
              <a:ea typeface="Sora"/>
              <a:cs typeface="Sora"/>
              <a:sym typeface="Sora"/>
            </a:endParaRPr>
          </a:p>
          <a:p>
            <a:pPr indent="0" lvl="0" marL="0" rtl="0" algn="l">
              <a:lnSpc>
                <a:spcPct val="115000"/>
              </a:lnSpc>
              <a:spcBef>
                <a:spcPts val="1000"/>
              </a:spcBef>
              <a:spcAft>
                <a:spcPts val="0"/>
              </a:spcAft>
              <a:buClr>
                <a:schemeClr val="dk1"/>
              </a:buClr>
              <a:buSzPts val="1100"/>
              <a:buFont typeface="Arial"/>
              <a:buNone/>
            </a:pPr>
            <a:r>
              <a:rPr lang="en">
                <a:solidFill>
                  <a:srgbClr val="353535"/>
                </a:solidFill>
                <a:latin typeface="Sora"/>
                <a:ea typeface="Sora"/>
                <a:cs typeface="Sora"/>
                <a:sym typeface="Sora"/>
              </a:rPr>
              <a:t>Document body containing a grid, first element being a button to upload a document, following elements showing uploaded documents with their title and author.</a:t>
            </a:r>
            <a:endParaRPr>
              <a:solidFill>
                <a:srgbClr val="353535"/>
              </a:solidFill>
              <a:latin typeface="Sora"/>
              <a:ea typeface="Sora"/>
              <a:cs typeface="Sora"/>
              <a:sym typeface="Sora"/>
            </a:endParaRPr>
          </a:p>
          <a:p>
            <a:pPr indent="0" lvl="0" marL="0" rtl="0" algn="l">
              <a:lnSpc>
                <a:spcPct val="115000"/>
              </a:lnSpc>
              <a:spcBef>
                <a:spcPts val="1000"/>
              </a:spcBef>
              <a:spcAft>
                <a:spcPts val="0"/>
              </a:spcAft>
              <a:buClr>
                <a:schemeClr val="dk1"/>
              </a:buClr>
              <a:buSzPts val="1100"/>
              <a:buFont typeface="Arial"/>
              <a:buNone/>
            </a:pPr>
            <a:r>
              <a:rPr lang="en">
                <a:solidFill>
                  <a:srgbClr val="353535"/>
                </a:solidFill>
                <a:latin typeface="Sora"/>
                <a:ea typeface="Sora"/>
                <a:cs typeface="Sora"/>
                <a:sym typeface="Sora"/>
              </a:rPr>
              <a:t>Upload document pop-up by either dragging and dropping a file, or by selecting a file. One file only, must be a supported type.</a:t>
            </a:r>
            <a:endParaRPr>
              <a:solidFill>
                <a:srgbClr val="353535"/>
              </a:solidFill>
              <a:latin typeface="Sora"/>
              <a:ea typeface="Sora"/>
              <a:cs typeface="Sora"/>
              <a:sym typeface="Sora"/>
            </a:endParaRPr>
          </a:p>
          <a:p>
            <a:pPr indent="0" lvl="0" marL="0" rtl="0" algn="l">
              <a:spcBef>
                <a:spcPts val="100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1" name="Shape 1001"/>
        <p:cNvGrpSpPr/>
        <p:nvPr/>
      </p:nvGrpSpPr>
      <p:grpSpPr>
        <a:xfrm>
          <a:off x="0" y="0"/>
          <a:ext cx="0" cy="0"/>
          <a:chOff x="0" y="0"/>
          <a:chExt cx="0" cy="0"/>
        </a:xfrm>
      </p:grpSpPr>
      <p:sp>
        <p:nvSpPr>
          <p:cNvPr id="1002" name="Google Shape;1002;g3c7821e90b0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3" name="Google Shape;1003;g3c7821e90b0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0" name="Shape 1010"/>
        <p:cNvGrpSpPr/>
        <p:nvPr/>
      </p:nvGrpSpPr>
      <p:grpSpPr>
        <a:xfrm>
          <a:off x="0" y="0"/>
          <a:ext cx="0" cy="0"/>
          <a:chOff x="0" y="0"/>
          <a:chExt cx="0" cy="0"/>
        </a:xfrm>
      </p:grpSpPr>
      <p:sp>
        <p:nvSpPr>
          <p:cNvPr id="1011" name="Google Shape;1011;g3c6ff555a0b_0_9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2" name="Google Shape;1012;g3c6ff555a0b_0_9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9" name="Shape 1019"/>
        <p:cNvGrpSpPr/>
        <p:nvPr/>
      </p:nvGrpSpPr>
      <p:grpSpPr>
        <a:xfrm>
          <a:off x="0" y="0"/>
          <a:ext cx="0" cy="0"/>
          <a:chOff x="0" y="0"/>
          <a:chExt cx="0" cy="0"/>
        </a:xfrm>
      </p:grpSpPr>
      <p:sp>
        <p:nvSpPr>
          <p:cNvPr id="1020" name="Google Shape;1020;g3c6ff555a0b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1" name="Google Shape;1021;g3c6ff555a0b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5" name="Shape 1025"/>
        <p:cNvGrpSpPr/>
        <p:nvPr/>
      </p:nvGrpSpPr>
      <p:grpSpPr>
        <a:xfrm>
          <a:off x="0" y="0"/>
          <a:ext cx="0" cy="0"/>
          <a:chOff x="0" y="0"/>
          <a:chExt cx="0" cy="0"/>
        </a:xfrm>
      </p:grpSpPr>
      <p:sp>
        <p:nvSpPr>
          <p:cNvPr id="1026" name="Google Shape;1026;g3c720265da9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7" name="Google Shape;1027;g3c720265da9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1" name="Shape 1031"/>
        <p:cNvGrpSpPr/>
        <p:nvPr/>
      </p:nvGrpSpPr>
      <p:grpSpPr>
        <a:xfrm>
          <a:off x="0" y="0"/>
          <a:ext cx="0" cy="0"/>
          <a:chOff x="0" y="0"/>
          <a:chExt cx="0" cy="0"/>
        </a:xfrm>
      </p:grpSpPr>
      <p:sp>
        <p:nvSpPr>
          <p:cNvPr id="1032" name="Google Shape;1032;g3c6ff555a0b_0_9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3" name="Google Shape;1033;g3c6ff555a0b_0_9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rgbClr val="353535"/>
                </a:solidFill>
                <a:latin typeface="Sora"/>
                <a:ea typeface="Sora"/>
                <a:cs typeface="Sora"/>
                <a:sym typeface="Sora"/>
              </a:rPr>
              <a:t>The profile page will display the user’s Google profile picture, their username, and the number of documents they’ve uploaded. Profile’s will be able to be either public or private.</a:t>
            </a:r>
            <a:endParaRPr>
              <a:solidFill>
                <a:srgbClr val="353535"/>
              </a:solidFill>
              <a:latin typeface="Sora"/>
              <a:ea typeface="Sora"/>
              <a:cs typeface="Sora"/>
              <a:sym typeface="Sora"/>
            </a:endParaRPr>
          </a:p>
          <a:p>
            <a:pPr indent="0" lvl="0" marL="0" rtl="0" algn="l">
              <a:lnSpc>
                <a:spcPct val="115000"/>
              </a:lnSpc>
              <a:spcBef>
                <a:spcPts val="1000"/>
              </a:spcBef>
              <a:spcAft>
                <a:spcPts val="0"/>
              </a:spcAft>
              <a:buClr>
                <a:schemeClr val="dk1"/>
              </a:buClr>
              <a:buSzPts val="1100"/>
              <a:buFont typeface="Arial"/>
              <a:buNone/>
            </a:pPr>
            <a:r>
              <a:rPr lang="en">
                <a:solidFill>
                  <a:srgbClr val="353535"/>
                </a:solidFill>
                <a:latin typeface="Sora"/>
                <a:ea typeface="Sora"/>
                <a:cs typeface="Sora"/>
                <a:sym typeface="Sora"/>
              </a:rPr>
              <a:t>Profiles will be private by default, so all user information and created collections will only be visible to the user.</a:t>
            </a:r>
            <a:endParaRPr>
              <a:solidFill>
                <a:srgbClr val="353535"/>
              </a:solidFill>
              <a:latin typeface="Sora"/>
              <a:ea typeface="Sora"/>
              <a:cs typeface="Sora"/>
              <a:sym typeface="Sora"/>
            </a:endParaRPr>
          </a:p>
          <a:p>
            <a:pPr indent="0" lvl="0" marL="0" rtl="0" algn="l">
              <a:lnSpc>
                <a:spcPct val="115000"/>
              </a:lnSpc>
              <a:spcBef>
                <a:spcPts val="1000"/>
              </a:spcBef>
              <a:spcAft>
                <a:spcPts val="0"/>
              </a:spcAft>
              <a:buClr>
                <a:schemeClr val="dk1"/>
              </a:buClr>
              <a:buSzPts val="1100"/>
              <a:buFont typeface="Arial"/>
              <a:buNone/>
            </a:pPr>
            <a:r>
              <a:rPr lang="en">
                <a:solidFill>
                  <a:srgbClr val="353535"/>
                </a:solidFill>
                <a:latin typeface="Sora"/>
                <a:ea typeface="Sora"/>
                <a:cs typeface="Sora"/>
                <a:sym typeface="Sora"/>
              </a:rPr>
              <a:t>If the user wishes to make documents visible to other users, they can set their profile to public, allowing public collections to be visible on their profile.</a:t>
            </a:r>
            <a:endParaRPr>
              <a:solidFill>
                <a:srgbClr val="353535"/>
              </a:solidFill>
              <a:latin typeface="Sora"/>
              <a:ea typeface="Sora"/>
              <a:cs typeface="Sora"/>
              <a:sym typeface="Sora"/>
            </a:endParaRPr>
          </a:p>
          <a:p>
            <a:pPr indent="0" lvl="0" marL="0" rtl="0" algn="l">
              <a:lnSpc>
                <a:spcPct val="115000"/>
              </a:lnSpc>
              <a:spcBef>
                <a:spcPts val="1000"/>
              </a:spcBef>
              <a:spcAft>
                <a:spcPts val="0"/>
              </a:spcAft>
              <a:buClr>
                <a:schemeClr val="dk1"/>
              </a:buClr>
              <a:buSzPts val="1100"/>
              <a:buFont typeface="Arial"/>
              <a:buNone/>
            </a:pPr>
            <a:r>
              <a:rPr lang="en">
                <a:solidFill>
                  <a:srgbClr val="353535"/>
                </a:solidFill>
                <a:latin typeface="Sora"/>
                <a:ea typeface="Sora"/>
                <a:cs typeface="Sora"/>
                <a:sym typeface="Sora"/>
              </a:rPr>
              <a:t>Other users will be able to pull documents from public collections into the Document viewer page, but will be unable to modify the collection itself.</a:t>
            </a:r>
            <a:endParaRPr>
              <a:solidFill>
                <a:srgbClr val="353535"/>
              </a:solidFill>
              <a:latin typeface="Sora"/>
              <a:ea typeface="Sora"/>
              <a:cs typeface="Sora"/>
              <a:sym typeface="Sora"/>
            </a:endParaRPr>
          </a:p>
          <a:p>
            <a:pPr indent="0" lvl="0" marL="0" rtl="0" algn="l">
              <a:spcBef>
                <a:spcPts val="100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7" name="Shape 1037"/>
        <p:cNvGrpSpPr/>
        <p:nvPr/>
      </p:nvGrpSpPr>
      <p:grpSpPr>
        <a:xfrm>
          <a:off x="0" y="0"/>
          <a:ext cx="0" cy="0"/>
          <a:chOff x="0" y="0"/>
          <a:chExt cx="0" cy="0"/>
        </a:xfrm>
      </p:grpSpPr>
      <p:sp>
        <p:nvSpPr>
          <p:cNvPr id="1038" name="Google Shape;1038;g3c720265da9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9" name="Google Shape;1039;g3c720265da9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3" name="Shape 1043"/>
        <p:cNvGrpSpPr/>
        <p:nvPr/>
      </p:nvGrpSpPr>
      <p:grpSpPr>
        <a:xfrm>
          <a:off x="0" y="0"/>
          <a:ext cx="0" cy="0"/>
          <a:chOff x="0" y="0"/>
          <a:chExt cx="0" cy="0"/>
        </a:xfrm>
      </p:grpSpPr>
      <p:sp>
        <p:nvSpPr>
          <p:cNvPr id="1044" name="Google Shape;1044;g3c715d8e3b8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5" name="Google Shape;1045;g3c715d8e3b8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9" name="Shape 1049"/>
        <p:cNvGrpSpPr/>
        <p:nvPr/>
      </p:nvGrpSpPr>
      <p:grpSpPr>
        <a:xfrm>
          <a:off x="0" y="0"/>
          <a:ext cx="0" cy="0"/>
          <a:chOff x="0" y="0"/>
          <a:chExt cx="0" cy="0"/>
        </a:xfrm>
      </p:grpSpPr>
      <p:sp>
        <p:nvSpPr>
          <p:cNvPr id="1050" name="Google Shape;1050;g3c715d8e3b8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1" name="Google Shape;1051;g3c715d8e3b8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rgbClr val="353535"/>
                </a:solidFill>
                <a:latin typeface="Sora"/>
                <a:ea typeface="Sora"/>
                <a:cs typeface="Sora"/>
                <a:sym typeface="Sora"/>
              </a:rPr>
              <a:t>Despite being a large part of the project idea, implementing Text-To-Speech poses some challenges.</a:t>
            </a:r>
            <a:endParaRPr>
              <a:solidFill>
                <a:srgbClr val="353535"/>
              </a:solidFill>
              <a:latin typeface="Sora"/>
              <a:ea typeface="Sora"/>
              <a:cs typeface="Sora"/>
              <a:sym typeface="Sora"/>
            </a:endParaRPr>
          </a:p>
          <a:p>
            <a:pPr indent="0" lvl="0" marL="0" rtl="0" algn="l">
              <a:lnSpc>
                <a:spcPct val="115000"/>
              </a:lnSpc>
              <a:spcBef>
                <a:spcPts val="1000"/>
              </a:spcBef>
              <a:spcAft>
                <a:spcPts val="0"/>
              </a:spcAft>
              <a:buClr>
                <a:schemeClr val="dk1"/>
              </a:buClr>
              <a:buSzPts val="1100"/>
              <a:buFont typeface="Arial"/>
              <a:buNone/>
            </a:pPr>
            <a:r>
              <a:rPr lang="en">
                <a:solidFill>
                  <a:srgbClr val="353535"/>
                </a:solidFill>
                <a:latin typeface="Sora"/>
                <a:ea typeface="Sora"/>
                <a:cs typeface="Sora"/>
                <a:sym typeface="Sora"/>
              </a:rPr>
              <a:t>Since we plan to take documents from the user, we will need to process the text in real time to provide the feature on every document the user uploads</a:t>
            </a:r>
            <a:endParaRPr>
              <a:solidFill>
                <a:srgbClr val="353535"/>
              </a:solidFill>
              <a:latin typeface="Sora"/>
              <a:ea typeface="Sora"/>
              <a:cs typeface="Sora"/>
              <a:sym typeface="Sora"/>
            </a:endParaRPr>
          </a:p>
          <a:p>
            <a:pPr indent="0" lvl="0" marL="0" rtl="0" algn="l">
              <a:lnSpc>
                <a:spcPct val="115000"/>
              </a:lnSpc>
              <a:spcBef>
                <a:spcPts val="1000"/>
              </a:spcBef>
              <a:spcAft>
                <a:spcPts val="1000"/>
              </a:spcAft>
              <a:buNone/>
            </a:pPr>
            <a:r>
              <a:rPr lang="en">
                <a:solidFill>
                  <a:srgbClr val="353535"/>
                </a:solidFill>
                <a:latin typeface="Sora"/>
                <a:ea typeface="Sora"/>
                <a:cs typeface="Sora"/>
                <a:sym typeface="Sora"/>
              </a:rPr>
              <a:t>We will need to be able to extract the text data from various supported file types. If that text information is unable to be grabbed, then we have no way of applying TTS reading to it.</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5" name="Shape 1055"/>
        <p:cNvGrpSpPr/>
        <p:nvPr/>
      </p:nvGrpSpPr>
      <p:grpSpPr>
        <a:xfrm>
          <a:off x="0" y="0"/>
          <a:ext cx="0" cy="0"/>
          <a:chOff x="0" y="0"/>
          <a:chExt cx="0" cy="0"/>
        </a:xfrm>
      </p:grpSpPr>
      <p:sp>
        <p:nvSpPr>
          <p:cNvPr id="1056" name="Google Shape;1056;g3c715d8e3b8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7" name="Google Shape;1057;g3c715d8e3b8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rgbClr val="353535"/>
                </a:solidFill>
                <a:latin typeface="Sora"/>
                <a:ea typeface="Sora"/>
                <a:cs typeface="Sora"/>
                <a:sym typeface="Sora"/>
              </a:rPr>
              <a:t>For annotating the document, we want the user to do so by selecting text the same way they would on any other document, and then clicking an option that appears afterwards. This can lead to some complications with compatibility between various browsers, as well as both the desktop and mobile layouts for the page.</a:t>
            </a:r>
            <a:endParaRPr>
              <a:solidFill>
                <a:srgbClr val="353535"/>
              </a:solidFill>
              <a:latin typeface="Sora"/>
              <a:ea typeface="Sora"/>
              <a:cs typeface="Sora"/>
              <a:sym typeface="Sora"/>
            </a:endParaRPr>
          </a:p>
          <a:p>
            <a:pPr indent="0" lvl="0" marL="0" rtl="0" algn="l">
              <a:lnSpc>
                <a:spcPct val="115000"/>
              </a:lnSpc>
              <a:spcBef>
                <a:spcPts val="1000"/>
              </a:spcBef>
              <a:spcAft>
                <a:spcPts val="0"/>
              </a:spcAft>
              <a:buClr>
                <a:schemeClr val="dk1"/>
              </a:buClr>
              <a:buSzPts val="1100"/>
              <a:buFont typeface="Arial"/>
              <a:buNone/>
            </a:pPr>
            <a:r>
              <a:rPr lang="en">
                <a:solidFill>
                  <a:srgbClr val="353535"/>
                </a:solidFill>
                <a:latin typeface="Sora"/>
                <a:ea typeface="Sora"/>
                <a:cs typeface="Sora"/>
                <a:sym typeface="Sora"/>
              </a:rPr>
              <a:t>Allowing the user to highlight parts of the document in the viewer means we’ll also have to make sure those annotations remain persistent. We will have to store annotation data in our database, making sure we tie it only to that user’s instance of the document.</a:t>
            </a:r>
            <a:endParaRPr>
              <a:solidFill>
                <a:srgbClr val="353535"/>
              </a:solidFill>
              <a:latin typeface="Sora"/>
              <a:ea typeface="Sora"/>
              <a:cs typeface="Sora"/>
              <a:sym typeface="Sora"/>
            </a:endParaRPr>
          </a:p>
          <a:p>
            <a:pPr indent="0" lvl="0" marL="0" rtl="0" algn="l">
              <a:lnSpc>
                <a:spcPct val="115000"/>
              </a:lnSpc>
              <a:spcBef>
                <a:spcPts val="1000"/>
              </a:spcBef>
              <a:spcAft>
                <a:spcPts val="1000"/>
              </a:spcAft>
              <a:buNone/>
            </a:pPr>
            <a:r>
              <a:rPr lang="en">
                <a:solidFill>
                  <a:srgbClr val="353535"/>
                </a:solidFill>
                <a:latin typeface="Sora"/>
                <a:ea typeface="Sora"/>
                <a:cs typeface="Sora"/>
                <a:sym typeface="Sora"/>
              </a:rPr>
              <a:t>Bookmarks will also need to be persistent. While less worrisome than annotations, all of that data will need to be retrieved everytime the document is opened again.</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1" name="Shape 1061"/>
        <p:cNvGrpSpPr/>
        <p:nvPr/>
      </p:nvGrpSpPr>
      <p:grpSpPr>
        <a:xfrm>
          <a:off x="0" y="0"/>
          <a:ext cx="0" cy="0"/>
          <a:chOff x="0" y="0"/>
          <a:chExt cx="0" cy="0"/>
        </a:xfrm>
      </p:grpSpPr>
      <p:sp>
        <p:nvSpPr>
          <p:cNvPr id="1062" name="Google Shape;1062;g3c715d8e3b8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3" name="Google Shape;1063;g3c715d8e3b8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rgbClr val="353535"/>
                </a:solidFill>
                <a:latin typeface="Sora"/>
                <a:ea typeface="Sora"/>
                <a:cs typeface="Sora"/>
                <a:sym typeface="Sora"/>
              </a:rPr>
              <a:t>The riskiest idea is having collections publicly visible that can be accessed through a public user’s account. This will allow one user to create a collection, set the visibility to public, and then have the documents within that collection be visible for others through their profile. </a:t>
            </a:r>
            <a:endParaRPr>
              <a:solidFill>
                <a:srgbClr val="353535"/>
              </a:solidFill>
              <a:latin typeface="Sora"/>
              <a:ea typeface="Sora"/>
              <a:cs typeface="Sora"/>
              <a:sym typeface="Sora"/>
            </a:endParaRPr>
          </a:p>
          <a:p>
            <a:pPr indent="0" lvl="0" marL="0" rtl="0" algn="l">
              <a:lnSpc>
                <a:spcPct val="115000"/>
              </a:lnSpc>
              <a:spcBef>
                <a:spcPts val="1000"/>
              </a:spcBef>
              <a:spcAft>
                <a:spcPts val="0"/>
              </a:spcAft>
              <a:buClr>
                <a:schemeClr val="dk1"/>
              </a:buClr>
              <a:buSzPts val="1100"/>
              <a:buFont typeface="Arial"/>
              <a:buNone/>
            </a:pPr>
            <a:r>
              <a:rPr lang="en">
                <a:solidFill>
                  <a:srgbClr val="353535"/>
                </a:solidFill>
                <a:latin typeface="Sora"/>
                <a:ea typeface="Sora"/>
                <a:cs typeface="Sora"/>
                <a:sym typeface="Sora"/>
              </a:rPr>
              <a:t>This idea raises the most design questions. We will need to make it so that documents can be loaded into the document page, without the collection being modifiable by users other than the owner.</a:t>
            </a:r>
            <a:endParaRPr>
              <a:solidFill>
                <a:srgbClr val="353535"/>
              </a:solidFill>
              <a:latin typeface="Sora"/>
              <a:ea typeface="Sora"/>
              <a:cs typeface="Sora"/>
              <a:sym typeface="Sora"/>
            </a:endParaRPr>
          </a:p>
          <a:p>
            <a:pPr indent="0" lvl="0" marL="0" rtl="0" algn="l">
              <a:lnSpc>
                <a:spcPct val="115000"/>
              </a:lnSpc>
              <a:spcBef>
                <a:spcPts val="1000"/>
              </a:spcBef>
              <a:spcAft>
                <a:spcPts val="0"/>
              </a:spcAft>
              <a:buClr>
                <a:schemeClr val="dk1"/>
              </a:buClr>
              <a:buSzPts val="1100"/>
              <a:buFont typeface="Arial"/>
              <a:buNone/>
            </a:pPr>
            <a:r>
              <a:rPr lang="en">
                <a:solidFill>
                  <a:srgbClr val="353535"/>
                </a:solidFill>
                <a:latin typeface="Sora"/>
                <a:ea typeface="Sora"/>
                <a:cs typeface="Sora"/>
                <a:sym typeface="Sora"/>
              </a:rPr>
              <a:t>Annotations and bookmark data will need to be separated from the document because of this change, as different users will have access to the same document.</a:t>
            </a:r>
            <a:endParaRPr>
              <a:solidFill>
                <a:srgbClr val="353535"/>
              </a:solidFill>
              <a:latin typeface="Sora"/>
              <a:ea typeface="Sora"/>
              <a:cs typeface="Sora"/>
              <a:sym typeface="Sora"/>
            </a:endParaRPr>
          </a:p>
          <a:p>
            <a:pPr indent="0" lvl="0" marL="0" rtl="0" algn="l">
              <a:lnSpc>
                <a:spcPct val="115000"/>
              </a:lnSpc>
              <a:spcBef>
                <a:spcPts val="1000"/>
              </a:spcBef>
              <a:spcAft>
                <a:spcPts val="1000"/>
              </a:spcAft>
              <a:buNone/>
            </a:pPr>
            <a:r>
              <a:rPr lang="en">
                <a:solidFill>
                  <a:srgbClr val="353535"/>
                </a:solidFill>
                <a:latin typeface="Sora"/>
                <a:ea typeface="Sora"/>
                <a:cs typeface="Sora"/>
                <a:sym typeface="Sora"/>
              </a:rPr>
              <a:t>Security also comes into question, which is why collections will remain private by default.</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7" name="Shape 1067"/>
        <p:cNvGrpSpPr/>
        <p:nvPr/>
      </p:nvGrpSpPr>
      <p:grpSpPr>
        <a:xfrm>
          <a:off x="0" y="0"/>
          <a:ext cx="0" cy="0"/>
          <a:chOff x="0" y="0"/>
          <a:chExt cx="0" cy="0"/>
        </a:xfrm>
      </p:grpSpPr>
      <p:sp>
        <p:nvSpPr>
          <p:cNvPr id="1068" name="Google Shape;1068;g3c78a9c516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9" name="Google Shape;1069;g3c78a9c516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Alt 2">
  <p:cSld name="BLANK_2">
    <p:bg>
      <p:bgPr>
        <a:solidFill>
          <a:schemeClr val="lt1"/>
        </a:solidFill>
      </p:bgPr>
    </p:bg>
    <p:spTree>
      <p:nvGrpSpPr>
        <p:cNvPr id="9" name="Shape 9"/>
        <p:cNvGrpSpPr/>
        <p:nvPr/>
      </p:nvGrpSpPr>
      <p:grpSpPr>
        <a:xfrm>
          <a:off x="0" y="0"/>
          <a:ext cx="0" cy="0"/>
          <a:chOff x="0" y="0"/>
          <a:chExt cx="0" cy="0"/>
        </a:xfrm>
      </p:grpSpPr>
      <p:sp>
        <p:nvSpPr>
          <p:cNvPr id="10" name="Google Shape;10;p2"/>
          <p:cNvSpPr txBox="1"/>
          <p:nvPr>
            <p:ph idx="1" type="subTitle"/>
          </p:nvPr>
        </p:nvSpPr>
        <p:spPr>
          <a:xfrm>
            <a:off x="130200" y="4291350"/>
            <a:ext cx="4922100" cy="739200"/>
          </a:xfrm>
          <a:prstGeom prst="rect">
            <a:avLst/>
          </a:prstGeom>
        </p:spPr>
        <p:txBody>
          <a:bodyPr anchorCtr="0" anchor="b" bIns="91425" lIns="91425" spcFirstLastPara="1" rIns="91425" wrap="square" tIns="91425">
            <a:noAutofit/>
          </a:bodyPr>
          <a:lstStyle>
            <a:lvl1pPr lvl="0">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11" name="Google Shape;11;p2"/>
          <p:cNvSpPr/>
          <p:nvPr/>
        </p:nvSpPr>
        <p:spPr>
          <a:xfrm rot="-900003">
            <a:off x="2618331" y="-723216"/>
            <a:ext cx="4001240" cy="1687704"/>
          </a:xfrm>
          <a:prstGeom prst="chord">
            <a:avLst>
              <a:gd fmla="val 694140" name="adj1"/>
              <a:gd fmla="val 11948531"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 name="Google Shape;12;p2"/>
          <p:cNvSpPr txBox="1"/>
          <p:nvPr>
            <p:ph idx="2" type="subTitle"/>
          </p:nvPr>
        </p:nvSpPr>
        <p:spPr>
          <a:xfrm>
            <a:off x="138475" y="228600"/>
            <a:ext cx="2164500" cy="3387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13" name="Google Shape;13;p2"/>
          <p:cNvSpPr/>
          <p:nvPr/>
        </p:nvSpPr>
        <p:spPr>
          <a:xfrm>
            <a:off x="228600" y="4445350"/>
            <a:ext cx="4823700" cy="210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14" name="Google Shape;14;p2"/>
          <p:cNvGrpSpPr/>
          <p:nvPr/>
        </p:nvGrpSpPr>
        <p:grpSpPr>
          <a:xfrm flipH="1" rot="10800000">
            <a:off x="4395238" y="-11"/>
            <a:ext cx="4748757" cy="2797859"/>
            <a:chOff x="3200875" y="1642950"/>
            <a:chExt cx="5970275" cy="3517550"/>
          </a:xfrm>
        </p:grpSpPr>
        <p:sp>
          <p:nvSpPr>
            <p:cNvPr id="15" name="Google Shape;15;p2"/>
            <p:cNvSpPr/>
            <p:nvPr/>
          </p:nvSpPr>
          <p:spPr>
            <a:xfrm>
              <a:off x="4208325" y="1644500"/>
              <a:ext cx="4962825" cy="3516000"/>
            </a:xfrm>
            <a:custGeom>
              <a:rect b="b" l="l" r="r" t="t"/>
              <a:pathLst>
                <a:path extrusionOk="0" h="140640" w="198513">
                  <a:moveTo>
                    <a:pt x="31387" y="0"/>
                  </a:moveTo>
                  <a:lnTo>
                    <a:pt x="0" y="140640"/>
                  </a:lnTo>
                  <a:lnTo>
                    <a:pt x="198513" y="140640"/>
                  </a:lnTo>
                  <a:lnTo>
                    <a:pt x="198513" y="63700"/>
                  </a:lnTo>
                  <a:close/>
                </a:path>
              </a:pathLst>
            </a:custGeom>
            <a:gradFill>
              <a:gsLst>
                <a:gs pos="0">
                  <a:schemeClr val="accent2"/>
                </a:gs>
                <a:gs pos="21000">
                  <a:schemeClr val="lt2"/>
                </a:gs>
                <a:gs pos="51000">
                  <a:schemeClr val="accent1"/>
                </a:gs>
                <a:gs pos="79000">
                  <a:schemeClr val="accent1"/>
                </a:gs>
                <a:gs pos="91000">
                  <a:schemeClr val="accent3"/>
                </a:gs>
                <a:gs pos="100000">
                  <a:schemeClr val="accent4"/>
                </a:gs>
              </a:gsLst>
              <a:lin ang="5400012" scaled="0"/>
            </a:gradFill>
            <a:ln>
              <a:noFill/>
            </a:ln>
          </p:spPr>
        </p:sp>
        <p:sp>
          <p:nvSpPr>
            <p:cNvPr id="16" name="Google Shape;16;p2"/>
            <p:cNvSpPr/>
            <p:nvPr/>
          </p:nvSpPr>
          <p:spPr>
            <a:xfrm>
              <a:off x="3200875" y="1642950"/>
              <a:ext cx="1795975" cy="3517550"/>
            </a:xfrm>
            <a:custGeom>
              <a:rect b="b" l="l" r="r" t="t"/>
              <a:pathLst>
                <a:path extrusionOk="0" h="140702" w="71839">
                  <a:moveTo>
                    <a:pt x="71839" y="0"/>
                  </a:moveTo>
                  <a:lnTo>
                    <a:pt x="40808" y="140702"/>
                  </a:lnTo>
                  <a:lnTo>
                    <a:pt x="0" y="140702"/>
                  </a:lnTo>
                  <a:close/>
                </a:path>
              </a:pathLst>
            </a:custGeom>
            <a:solidFill>
              <a:schemeClr val="accent5"/>
            </a:solidFill>
            <a:ln>
              <a:noFill/>
            </a:ln>
          </p:spPr>
        </p:sp>
      </p:grpSp>
      <p:grpSp>
        <p:nvGrpSpPr>
          <p:cNvPr id="17" name="Google Shape;17;p2"/>
          <p:cNvGrpSpPr/>
          <p:nvPr/>
        </p:nvGrpSpPr>
        <p:grpSpPr>
          <a:xfrm flipH="1">
            <a:off x="6309311" y="2793726"/>
            <a:ext cx="2834695" cy="1890116"/>
            <a:chOff x="312900" y="2793625"/>
            <a:chExt cx="2221200" cy="1481050"/>
          </a:xfrm>
        </p:grpSpPr>
        <p:grpSp>
          <p:nvGrpSpPr>
            <p:cNvPr id="18" name="Google Shape;18;p2"/>
            <p:cNvGrpSpPr/>
            <p:nvPr/>
          </p:nvGrpSpPr>
          <p:grpSpPr>
            <a:xfrm>
              <a:off x="312900" y="2793625"/>
              <a:ext cx="1851000" cy="1481050"/>
              <a:chOff x="461225" y="3249175"/>
              <a:chExt cx="1851000" cy="1481050"/>
            </a:xfrm>
          </p:grpSpPr>
          <p:grpSp>
            <p:nvGrpSpPr>
              <p:cNvPr id="19" name="Google Shape;19;p2"/>
              <p:cNvGrpSpPr/>
              <p:nvPr/>
            </p:nvGrpSpPr>
            <p:grpSpPr>
              <a:xfrm>
                <a:off x="461225" y="3249175"/>
                <a:ext cx="1851000" cy="370200"/>
                <a:chOff x="461225" y="3249175"/>
                <a:chExt cx="1851000" cy="370200"/>
              </a:xfrm>
            </p:grpSpPr>
            <p:sp>
              <p:nvSpPr>
                <p:cNvPr id="20" name="Google Shape;20;p2"/>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 name="Google Shape;21;p2"/>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2" name="Google Shape;22;p2"/>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3" name="Google Shape;23;p2"/>
              <p:cNvGrpSpPr/>
              <p:nvPr/>
            </p:nvGrpSpPr>
            <p:grpSpPr>
              <a:xfrm>
                <a:off x="461225" y="3619500"/>
                <a:ext cx="1480800" cy="370200"/>
                <a:chOff x="461225" y="3249175"/>
                <a:chExt cx="1480800" cy="370200"/>
              </a:xfrm>
            </p:grpSpPr>
            <p:sp>
              <p:nvSpPr>
                <p:cNvPr id="24" name="Google Shape;24;p2"/>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5" name="Google Shape;25;p2"/>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6" name="Google Shape;26;p2"/>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7" name="Google Shape;27;p2"/>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8" name="Google Shape;28;p2"/>
              <p:cNvGrpSpPr/>
              <p:nvPr/>
            </p:nvGrpSpPr>
            <p:grpSpPr>
              <a:xfrm>
                <a:off x="461225" y="3989700"/>
                <a:ext cx="1851000" cy="370200"/>
                <a:chOff x="461225" y="3249175"/>
                <a:chExt cx="1851000" cy="370200"/>
              </a:xfrm>
            </p:grpSpPr>
            <p:sp>
              <p:nvSpPr>
                <p:cNvPr id="29" name="Google Shape;29;p2"/>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 name="Google Shape;30;p2"/>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1" name="Google Shape;31;p2"/>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2" name="Google Shape;32;p2"/>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33" name="Google Shape;33;p2"/>
              <p:cNvGrpSpPr/>
              <p:nvPr/>
            </p:nvGrpSpPr>
            <p:grpSpPr>
              <a:xfrm>
                <a:off x="461225" y="4360025"/>
                <a:ext cx="1480800" cy="370200"/>
                <a:chOff x="461225" y="3249175"/>
                <a:chExt cx="1480800" cy="370200"/>
              </a:xfrm>
            </p:grpSpPr>
            <p:sp>
              <p:nvSpPr>
                <p:cNvPr id="34" name="Google Shape;34;p2"/>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5" name="Google Shape;35;p2"/>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36" name="Google Shape;36;p2"/>
            <p:cNvSpPr/>
            <p:nvPr/>
          </p:nvSpPr>
          <p:spPr>
            <a:xfrm>
              <a:off x="2163900" y="390358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37" name="Google Shape;37;p2"/>
          <p:cNvSpPr txBox="1"/>
          <p:nvPr>
            <p:ph type="title"/>
          </p:nvPr>
        </p:nvSpPr>
        <p:spPr>
          <a:xfrm>
            <a:off x="74600" y="2891050"/>
            <a:ext cx="5876700" cy="1440000"/>
          </a:xfrm>
          <a:prstGeom prst="rect">
            <a:avLst/>
          </a:prstGeom>
        </p:spPr>
        <p:txBody>
          <a:bodyPr anchorCtr="0" anchor="b" bIns="91425" lIns="91425" spcFirstLastPara="1" rIns="91425" wrap="square" tIns="91425">
            <a:noAutofit/>
          </a:bodyPr>
          <a:lstStyle>
            <a:lvl1pPr lvl="0">
              <a:lnSpc>
                <a:spcPct val="70000"/>
              </a:lnSpc>
              <a:spcBef>
                <a:spcPts val="0"/>
              </a:spcBef>
              <a:spcAft>
                <a:spcPts val="0"/>
              </a:spcAft>
              <a:buNone/>
              <a:defRPr sz="5500">
                <a:solidFill>
                  <a:schemeClr val="dk1"/>
                </a:solidFill>
              </a:defRPr>
            </a:lvl1pPr>
            <a:lvl2pPr lvl="1">
              <a:spcBef>
                <a:spcPts val="0"/>
              </a:spcBef>
              <a:spcAft>
                <a:spcPts val="0"/>
              </a:spcAft>
              <a:buClr>
                <a:schemeClr val="dk1"/>
              </a:buClr>
              <a:buSzPts val="5500"/>
              <a:buFont typeface="IBM Plex Sans"/>
              <a:buNone/>
              <a:defRPr sz="5500">
                <a:solidFill>
                  <a:schemeClr val="dk1"/>
                </a:solidFill>
              </a:defRPr>
            </a:lvl2pPr>
            <a:lvl3pPr lvl="2">
              <a:spcBef>
                <a:spcPts val="0"/>
              </a:spcBef>
              <a:spcAft>
                <a:spcPts val="0"/>
              </a:spcAft>
              <a:buClr>
                <a:schemeClr val="dk1"/>
              </a:buClr>
              <a:buSzPts val="5500"/>
              <a:buFont typeface="IBM Plex Sans"/>
              <a:buNone/>
              <a:defRPr sz="5500">
                <a:solidFill>
                  <a:schemeClr val="dk1"/>
                </a:solidFill>
              </a:defRPr>
            </a:lvl3pPr>
            <a:lvl4pPr lvl="3">
              <a:spcBef>
                <a:spcPts val="0"/>
              </a:spcBef>
              <a:spcAft>
                <a:spcPts val="0"/>
              </a:spcAft>
              <a:buClr>
                <a:schemeClr val="dk1"/>
              </a:buClr>
              <a:buSzPts val="5500"/>
              <a:buFont typeface="IBM Plex Sans"/>
              <a:buNone/>
              <a:defRPr sz="5500">
                <a:solidFill>
                  <a:schemeClr val="dk1"/>
                </a:solidFill>
              </a:defRPr>
            </a:lvl4pPr>
            <a:lvl5pPr lvl="4">
              <a:spcBef>
                <a:spcPts val="0"/>
              </a:spcBef>
              <a:spcAft>
                <a:spcPts val="0"/>
              </a:spcAft>
              <a:buClr>
                <a:schemeClr val="dk1"/>
              </a:buClr>
              <a:buSzPts val="5500"/>
              <a:buFont typeface="IBM Plex Sans"/>
              <a:buNone/>
              <a:defRPr sz="5500">
                <a:solidFill>
                  <a:schemeClr val="dk1"/>
                </a:solidFill>
              </a:defRPr>
            </a:lvl5pPr>
            <a:lvl6pPr lvl="5">
              <a:spcBef>
                <a:spcPts val="0"/>
              </a:spcBef>
              <a:spcAft>
                <a:spcPts val="0"/>
              </a:spcAft>
              <a:buClr>
                <a:schemeClr val="dk1"/>
              </a:buClr>
              <a:buSzPts val="5500"/>
              <a:buFont typeface="IBM Plex Sans"/>
              <a:buNone/>
              <a:defRPr sz="5500">
                <a:solidFill>
                  <a:schemeClr val="dk1"/>
                </a:solidFill>
              </a:defRPr>
            </a:lvl6pPr>
            <a:lvl7pPr lvl="6">
              <a:spcBef>
                <a:spcPts val="0"/>
              </a:spcBef>
              <a:spcAft>
                <a:spcPts val="0"/>
              </a:spcAft>
              <a:buClr>
                <a:schemeClr val="dk1"/>
              </a:buClr>
              <a:buSzPts val="5500"/>
              <a:buFont typeface="IBM Plex Sans"/>
              <a:buNone/>
              <a:defRPr sz="5500">
                <a:solidFill>
                  <a:schemeClr val="dk1"/>
                </a:solidFill>
              </a:defRPr>
            </a:lvl7pPr>
            <a:lvl8pPr lvl="7">
              <a:spcBef>
                <a:spcPts val="0"/>
              </a:spcBef>
              <a:spcAft>
                <a:spcPts val="0"/>
              </a:spcAft>
              <a:buClr>
                <a:schemeClr val="dk1"/>
              </a:buClr>
              <a:buSzPts val="5500"/>
              <a:buFont typeface="IBM Plex Sans"/>
              <a:buNone/>
              <a:defRPr sz="5500">
                <a:solidFill>
                  <a:schemeClr val="dk1"/>
                </a:solidFill>
              </a:defRPr>
            </a:lvl8pPr>
            <a:lvl9pPr lvl="8">
              <a:spcBef>
                <a:spcPts val="0"/>
              </a:spcBef>
              <a:spcAft>
                <a:spcPts val="0"/>
              </a:spcAft>
              <a:buClr>
                <a:schemeClr val="dk1"/>
              </a:buClr>
              <a:buSzPts val="5500"/>
              <a:buFont typeface="IBM Plex Sans"/>
              <a:buNone/>
              <a:defRPr sz="5500">
                <a:solidFill>
                  <a:schemeClr val="dk1"/>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
  <p:cSld name="BLANK_1_1_3">
    <p:spTree>
      <p:nvGrpSpPr>
        <p:cNvPr id="38" name="Shape 38"/>
        <p:cNvGrpSpPr/>
        <p:nvPr/>
      </p:nvGrpSpPr>
      <p:grpSpPr>
        <a:xfrm>
          <a:off x="0" y="0"/>
          <a:ext cx="0" cy="0"/>
          <a:chOff x="0" y="0"/>
          <a:chExt cx="0" cy="0"/>
        </a:xfrm>
      </p:grpSpPr>
      <p:grpSp>
        <p:nvGrpSpPr>
          <p:cNvPr id="39" name="Google Shape;39;p3"/>
          <p:cNvGrpSpPr/>
          <p:nvPr/>
        </p:nvGrpSpPr>
        <p:grpSpPr>
          <a:xfrm flipH="1">
            <a:off x="6169505" y="2816179"/>
            <a:ext cx="2979740" cy="1986829"/>
            <a:chOff x="312900" y="2793625"/>
            <a:chExt cx="2221200" cy="1481050"/>
          </a:xfrm>
        </p:grpSpPr>
        <p:grpSp>
          <p:nvGrpSpPr>
            <p:cNvPr id="40" name="Google Shape;40;p3"/>
            <p:cNvGrpSpPr/>
            <p:nvPr/>
          </p:nvGrpSpPr>
          <p:grpSpPr>
            <a:xfrm>
              <a:off x="312900" y="2793625"/>
              <a:ext cx="1851000" cy="1481050"/>
              <a:chOff x="461225" y="3249175"/>
              <a:chExt cx="1851000" cy="1481050"/>
            </a:xfrm>
          </p:grpSpPr>
          <p:grpSp>
            <p:nvGrpSpPr>
              <p:cNvPr id="41" name="Google Shape;41;p3"/>
              <p:cNvGrpSpPr/>
              <p:nvPr/>
            </p:nvGrpSpPr>
            <p:grpSpPr>
              <a:xfrm>
                <a:off x="461225" y="3249175"/>
                <a:ext cx="1851000" cy="370200"/>
                <a:chOff x="461225" y="3249175"/>
                <a:chExt cx="1851000" cy="370200"/>
              </a:xfrm>
            </p:grpSpPr>
            <p:sp>
              <p:nvSpPr>
                <p:cNvPr id="42" name="Google Shape;42;p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3" name="Google Shape;43;p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 name="Google Shape;44;p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5" name="Google Shape;45;p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 name="Google Shape;46;p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7" name="Google Shape;47;p3"/>
              <p:cNvGrpSpPr/>
              <p:nvPr/>
            </p:nvGrpSpPr>
            <p:grpSpPr>
              <a:xfrm>
                <a:off x="461225" y="3619500"/>
                <a:ext cx="1851000" cy="370200"/>
                <a:chOff x="461225" y="3249175"/>
                <a:chExt cx="1851000" cy="370200"/>
              </a:xfrm>
            </p:grpSpPr>
            <p:sp>
              <p:nvSpPr>
                <p:cNvPr id="48" name="Google Shape;48;p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9" name="Google Shape;49;p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 name="Google Shape;50;p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 name="Google Shape;51;p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2" name="Google Shape;52;p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3" name="Google Shape;53;p3"/>
              <p:cNvGrpSpPr/>
              <p:nvPr/>
            </p:nvGrpSpPr>
            <p:grpSpPr>
              <a:xfrm>
                <a:off x="461225" y="3989700"/>
                <a:ext cx="1851000" cy="370200"/>
                <a:chOff x="461225" y="3249175"/>
                <a:chExt cx="1851000" cy="370200"/>
              </a:xfrm>
            </p:grpSpPr>
            <p:sp>
              <p:nvSpPr>
                <p:cNvPr id="54" name="Google Shape;54;p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 name="Google Shape;55;p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6" name="Google Shape;56;p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 name="Google Shape;57;p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 name="Google Shape;58;p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9" name="Google Shape;59;p3"/>
              <p:cNvGrpSpPr/>
              <p:nvPr/>
            </p:nvGrpSpPr>
            <p:grpSpPr>
              <a:xfrm>
                <a:off x="461225" y="4360025"/>
                <a:ext cx="1851000" cy="370200"/>
                <a:chOff x="461225" y="3249175"/>
                <a:chExt cx="1851000" cy="370200"/>
              </a:xfrm>
            </p:grpSpPr>
            <p:sp>
              <p:nvSpPr>
                <p:cNvPr id="60" name="Google Shape;60;p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1" name="Google Shape;61;p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2" name="Google Shape;62;p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3" name="Google Shape;63;p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4" name="Google Shape;64;p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65" name="Google Shape;65;p3"/>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6" name="Google Shape;66;p3"/>
          <p:cNvSpPr/>
          <p:nvPr/>
        </p:nvSpPr>
        <p:spPr>
          <a:xfrm flipH="1">
            <a:off x="12" y="3308203"/>
            <a:ext cx="9143963" cy="1835315"/>
          </a:xfrm>
          <a:custGeom>
            <a:rect b="b" l="l" r="r" t="t"/>
            <a:pathLst>
              <a:path extrusionOk="0" h="29205" w="61561">
                <a:moveTo>
                  <a:pt x="61560" y="1"/>
                </a:moveTo>
                <a:lnTo>
                  <a:pt x="60172" y="120"/>
                </a:lnTo>
                <a:lnTo>
                  <a:pt x="58745" y="258"/>
                </a:lnTo>
                <a:lnTo>
                  <a:pt x="57318" y="417"/>
                </a:lnTo>
                <a:lnTo>
                  <a:pt x="55870" y="595"/>
                </a:lnTo>
                <a:lnTo>
                  <a:pt x="54403" y="814"/>
                </a:lnTo>
                <a:lnTo>
                  <a:pt x="52936" y="1051"/>
                </a:lnTo>
                <a:lnTo>
                  <a:pt x="51429" y="1309"/>
                </a:lnTo>
                <a:lnTo>
                  <a:pt x="49942" y="1587"/>
                </a:lnTo>
                <a:lnTo>
                  <a:pt x="48436" y="1884"/>
                </a:lnTo>
                <a:lnTo>
                  <a:pt x="46909" y="2221"/>
                </a:lnTo>
                <a:lnTo>
                  <a:pt x="45382" y="2578"/>
                </a:lnTo>
                <a:lnTo>
                  <a:pt x="43836" y="2955"/>
                </a:lnTo>
                <a:lnTo>
                  <a:pt x="42309" y="3351"/>
                </a:lnTo>
                <a:lnTo>
                  <a:pt x="40763" y="3787"/>
                </a:lnTo>
                <a:lnTo>
                  <a:pt x="39217" y="4224"/>
                </a:lnTo>
                <a:lnTo>
                  <a:pt x="37670" y="4699"/>
                </a:lnTo>
                <a:lnTo>
                  <a:pt x="35866" y="5274"/>
                </a:lnTo>
                <a:lnTo>
                  <a:pt x="34082" y="5869"/>
                </a:lnTo>
                <a:lnTo>
                  <a:pt x="32337" y="6484"/>
                </a:lnTo>
                <a:lnTo>
                  <a:pt x="30592" y="7118"/>
                </a:lnTo>
                <a:lnTo>
                  <a:pt x="28887" y="7792"/>
                </a:lnTo>
                <a:lnTo>
                  <a:pt x="27222" y="8466"/>
                </a:lnTo>
                <a:lnTo>
                  <a:pt x="25557" y="9160"/>
                </a:lnTo>
                <a:lnTo>
                  <a:pt x="23951" y="9894"/>
                </a:lnTo>
                <a:lnTo>
                  <a:pt x="22365" y="10627"/>
                </a:lnTo>
                <a:lnTo>
                  <a:pt x="20818" y="11381"/>
                </a:lnTo>
                <a:lnTo>
                  <a:pt x="19292" y="12154"/>
                </a:lnTo>
                <a:lnTo>
                  <a:pt x="17824" y="12927"/>
                </a:lnTo>
                <a:lnTo>
                  <a:pt x="16377" y="13740"/>
                </a:lnTo>
                <a:lnTo>
                  <a:pt x="14989" y="14553"/>
                </a:lnTo>
                <a:lnTo>
                  <a:pt x="13621" y="15386"/>
                </a:lnTo>
                <a:lnTo>
                  <a:pt x="12313" y="16218"/>
                </a:lnTo>
                <a:lnTo>
                  <a:pt x="11084" y="17051"/>
                </a:lnTo>
                <a:lnTo>
                  <a:pt x="9914" y="17884"/>
                </a:lnTo>
                <a:lnTo>
                  <a:pt x="8804" y="18716"/>
                </a:lnTo>
                <a:lnTo>
                  <a:pt x="7753" y="19549"/>
                </a:lnTo>
                <a:lnTo>
                  <a:pt x="6762" y="20382"/>
                </a:lnTo>
                <a:lnTo>
                  <a:pt x="5810" y="21214"/>
                </a:lnTo>
                <a:lnTo>
                  <a:pt x="4938" y="22027"/>
                </a:lnTo>
                <a:lnTo>
                  <a:pt x="4125" y="22860"/>
                </a:lnTo>
                <a:lnTo>
                  <a:pt x="3371" y="23693"/>
                </a:lnTo>
                <a:lnTo>
                  <a:pt x="2697" y="24505"/>
                </a:lnTo>
                <a:lnTo>
                  <a:pt x="2380" y="24902"/>
                </a:lnTo>
                <a:lnTo>
                  <a:pt x="2063" y="25298"/>
                </a:lnTo>
                <a:lnTo>
                  <a:pt x="1785" y="25715"/>
                </a:lnTo>
                <a:lnTo>
                  <a:pt x="1528" y="26111"/>
                </a:lnTo>
                <a:lnTo>
                  <a:pt x="1270" y="26508"/>
                </a:lnTo>
                <a:lnTo>
                  <a:pt x="1032" y="26904"/>
                </a:lnTo>
                <a:lnTo>
                  <a:pt x="814" y="27281"/>
                </a:lnTo>
                <a:lnTo>
                  <a:pt x="616" y="27678"/>
                </a:lnTo>
                <a:lnTo>
                  <a:pt x="437" y="28054"/>
                </a:lnTo>
                <a:lnTo>
                  <a:pt x="279" y="28451"/>
                </a:lnTo>
                <a:lnTo>
                  <a:pt x="120" y="28827"/>
                </a:lnTo>
                <a:lnTo>
                  <a:pt x="1" y="29204"/>
                </a:lnTo>
                <a:lnTo>
                  <a:pt x="61560" y="29204"/>
                </a:lnTo>
                <a:lnTo>
                  <a:pt x="6156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67" name="Google Shape;67;p3"/>
          <p:cNvSpPr/>
          <p:nvPr/>
        </p:nvSpPr>
        <p:spPr>
          <a:xfrm>
            <a:off x="11" y="2611497"/>
            <a:ext cx="725708" cy="1448283"/>
          </a:xfrm>
          <a:custGeom>
            <a:rect b="b" l="l" r="r" t="t"/>
            <a:pathLst>
              <a:path extrusionOk="0" h="50476" w="25297">
                <a:moveTo>
                  <a:pt x="1" y="1"/>
                </a:moveTo>
                <a:lnTo>
                  <a:pt x="1" y="50475"/>
                </a:lnTo>
                <a:lnTo>
                  <a:pt x="2694" y="50358"/>
                </a:lnTo>
                <a:lnTo>
                  <a:pt x="5154" y="50007"/>
                </a:lnTo>
                <a:lnTo>
                  <a:pt x="7613" y="49304"/>
                </a:lnTo>
                <a:lnTo>
                  <a:pt x="9838" y="48484"/>
                </a:lnTo>
                <a:lnTo>
                  <a:pt x="12063" y="47430"/>
                </a:lnTo>
                <a:lnTo>
                  <a:pt x="14171" y="46142"/>
                </a:lnTo>
                <a:lnTo>
                  <a:pt x="16162" y="44737"/>
                </a:lnTo>
                <a:lnTo>
                  <a:pt x="17919" y="43097"/>
                </a:lnTo>
                <a:lnTo>
                  <a:pt x="19558" y="41341"/>
                </a:lnTo>
                <a:lnTo>
                  <a:pt x="20964" y="39350"/>
                </a:lnTo>
                <a:lnTo>
                  <a:pt x="22252" y="37242"/>
                </a:lnTo>
                <a:lnTo>
                  <a:pt x="23306" y="35017"/>
                </a:lnTo>
                <a:lnTo>
                  <a:pt x="24126" y="32792"/>
                </a:lnTo>
                <a:lnTo>
                  <a:pt x="24828" y="30332"/>
                </a:lnTo>
                <a:lnTo>
                  <a:pt x="25180" y="27873"/>
                </a:lnTo>
                <a:lnTo>
                  <a:pt x="25297" y="25296"/>
                </a:lnTo>
                <a:lnTo>
                  <a:pt x="25180" y="22720"/>
                </a:lnTo>
                <a:lnTo>
                  <a:pt x="24828" y="20144"/>
                </a:lnTo>
                <a:lnTo>
                  <a:pt x="24126" y="17801"/>
                </a:lnTo>
                <a:lnTo>
                  <a:pt x="23306" y="15459"/>
                </a:lnTo>
                <a:lnTo>
                  <a:pt x="22252" y="13234"/>
                </a:lnTo>
                <a:lnTo>
                  <a:pt x="20964" y="11126"/>
                </a:lnTo>
                <a:lnTo>
                  <a:pt x="19558" y="9252"/>
                </a:lnTo>
                <a:lnTo>
                  <a:pt x="17919" y="7379"/>
                </a:lnTo>
                <a:lnTo>
                  <a:pt x="16162" y="5739"/>
                </a:lnTo>
                <a:lnTo>
                  <a:pt x="14171" y="4334"/>
                </a:lnTo>
                <a:lnTo>
                  <a:pt x="12063" y="3046"/>
                </a:lnTo>
                <a:lnTo>
                  <a:pt x="9838" y="1992"/>
                </a:lnTo>
                <a:lnTo>
                  <a:pt x="7613" y="1172"/>
                </a:lnTo>
                <a:lnTo>
                  <a:pt x="5154" y="586"/>
                </a:lnTo>
                <a:lnTo>
                  <a:pt x="2694" y="118"/>
                </a:lnTo>
                <a:lnTo>
                  <a:pt x="1" y="1"/>
                </a:lnTo>
                <a:close/>
              </a:path>
            </a:pathLst>
          </a:custGeom>
          <a:gradFill>
            <a:gsLst>
              <a:gs pos="0">
                <a:schemeClr val="accent3"/>
              </a:gs>
              <a:gs pos="56000">
                <a:schemeClr val="accent1"/>
              </a:gs>
              <a:gs pos="100000">
                <a:schemeClr val="accent1"/>
              </a:gs>
            </a:gsLst>
            <a:lin ang="1350003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 name="Google Shape;68;p3"/>
          <p:cNvSpPr/>
          <p:nvPr/>
        </p:nvSpPr>
        <p:spPr>
          <a:xfrm flipH="1">
            <a:off x="3311207" y="2592556"/>
            <a:ext cx="1486200" cy="1486200"/>
          </a:xfrm>
          <a:prstGeom prst="ellipse">
            <a:avLst/>
          </a:prstGeom>
          <a:gradFill>
            <a:gsLst>
              <a:gs pos="0">
                <a:schemeClr val="accent3"/>
              </a:gs>
              <a:gs pos="56000">
                <a:schemeClr val="accent1"/>
              </a:gs>
              <a:gs pos="100000">
                <a:schemeClr val="accent1"/>
              </a:gs>
            </a:gsLst>
            <a:lin ang="1350003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 name="Google Shape;69;p3"/>
          <p:cNvSpPr/>
          <p:nvPr/>
        </p:nvSpPr>
        <p:spPr>
          <a:xfrm flipH="1" rot="-5400000">
            <a:off x="1299729" y="2592569"/>
            <a:ext cx="1486200" cy="1486200"/>
          </a:xfrm>
          <a:prstGeom prst="ellipse">
            <a:avLst/>
          </a:prstGeom>
          <a:gradFill>
            <a:gsLst>
              <a:gs pos="0">
                <a:schemeClr val="accent3"/>
              </a:gs>
              <a:gs pos="35000">
                <a:schemeClr val="accent3"/>
              </a:gs>
              <a:gs pos="100000">
                <a:schemeClr val="accent1"/>
              </a:gs>
            </a:gsLst>
            <a:lin ang="8099331"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0" name="Google Shape;70;p3"/>
          <p:cNvSpPr txBox="1"/>
          <p:nvPr>
            <p:ph type="title"/>
          </p:nvPr>
        </p:nvSpPr>
        <p:spPr>
          <a:xfrm>
            <a:off x="115025" y="502775"/>
            <a:ext cx="4183800" cy="5877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71" name="Google Shape;71;p3"/>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72" name="Google Shape;72;p3"/>
          <p:cNvSpPr txBox="1"/>
          <p:nvPr>
            <p:ph idx="1" type="body"/>
          </p:nvPr>
        </p:nvSpPr>
        <p:spPr>
          <a:xfrm>
            <a:off x="3511550" y="587150"/>
            <a:ext cx="4371600" cy="2526300"/>
          </a:xfrm>
          <a:prstGeom prst="rect">
            <a:avLst/>
          </a:prstGeom>
        </p:spPr>
        <p:txBody>
          <a:bodyPr anchorCtr="0" anchor="t" bIns="91425" lIns="91425" spcFirstLastPara="1" rIns="91425" wrap="square" tIns="91425">
            <a:noAutofit/>
          </a:bodyPr>
          <a:lstStyle>
            <a:lvl1pPr indent="-292100" lvl="0" marL="457200">
              <a:lnSpc>
                <a:spcPct val="115000"/>
              </a:lnSpc>
              <a:spcBef>
                <a:spcPts val="0"/>
              </a:spcBef>
              <a:spcAft>
                <a:spcPts val="0"/>
              </a:spcAft>
              <a:buClr>
                <a:schemeClr val="lt1"/>
              </a:buClr>
              <a:buSzPts val="1000"/>
              <a:buFont typeface="Sora"/>
              <a:buChar char="●"/>
              <a:defRPr sz="1000"/>
            </a:lvl1pPr>
            <a:lvl2pPr indent="-292100" lvl="1" marL="914400">
              <a:lnSpc>
                <a:spcPct val="115000"/>
              </a:lnSpc>
              <a:spcBef>
                <a:spcPts val="800"/>
              </a:spcBef>
              <a:spcAft>
                <a:spcPts val="0"/>
              </a:spcAft>
              <a:buClr>
                <a:schemeClr val="lt1"/>
              </a:buClr>
              <a:buSzPts val="1000"/>
              <a:buFont typeface="Sora"/>
              <a:buChar char="○"/>
              <a:defRPr sz="1000"/>
            </a:lvl2pPr>
            <a:lvl3pPr indent="-292100" lvl="2" marL="1371600">
              <a:lnSpc>
                <a:spcPct val="115000"/>
              </a:lnSpc>
              <a:spcBef>
                <a:spcPts val="800"/>
              </a:spcBef>
              <a:spcAft>
                <a:spcPts val="0"/>
              </a:spcAft>
              <a:buClr>
                <a:schemeClr val="lt1"/>
              </a:buClr>
              <a:buSzPts val="1000"/>
              <a:buFont typeface="Sora"/>
              <a:buChar char="■"/>
              <a:defRPr sz="1000"/>
            </a:lvl3pPr>
            <a:lvl4pPr indent="-292100" lvl="3" marL="1828800">
              <a:lnSpc>
                <a:spcPct val="115000"/>
              </a:lnSpc>
              <a:spcBef>
                <a:spcPts val="800"/>
              </a:spcBef>
              <a:spcAft>
                <a:spcPts val="0"/>
              </a:spcAft>
              <a:buClr>
                <a:schemeClr val="lt1"/>
              </a:buClr>
              <a:buSzPts val="1000"/>
              <a:buFont typeface="Sora"/>
              <a:buChar char="●"/>
              <a:defRPr sz="1000"/>
            </a:lvl4pPr>
            <a:lvl5pPr indent="-292100" lvl="4" marL="2286000">
              <a:lnSpc>
                <a:spcPct val="115000"/>
              </a:lnSpc>
              <a:spcBef>
                <a:spcPts val="800"/>
              </a:spcBef>
              <a:spcAft>
                <a:spcPts val="0"/>
              </a:spcAft>
              <a:buClr>
                <a:schemeClr val="lt1"/>
              </a:buClr>
              <a:buSzPts val="1000"/>
              <a:buFont typeface="Sora"/>
              <a:buChar char="○"/>
              <a:defRPr sz="1000"/>
            </a:lvl5pPr>
            <a:lvl6pPr indent="-292100" lvl="5" marL="2743200">
              <a:lnSpc>
                <a:spcPct val="115000"/>
              </a:lnSpc>
              <a:spcBef>
                <a:spcPts val="800"/>
              </a:spcBef>
              <a:spcAft>
                <a:spcPts val="0"/>
              </a:spcAft>
              <a:buClr>
                <a:schemeClr val="lt1"/>
              </a:buClr>
              <a:buSzPts val="1000"/>
              <a:buFont typeface="Sora"/>
              <a:buChar char="■"/>
              <a:defRPr sz="1000"/>
            </a:lvl6pPr>
            <a:lvl7pPr indent="-292100" lvl="6" marL="3200400">
              <a:lnSpc>
                <a:spcPct val="115000"/>
              </a:lnSpc>
              <a:spcBef>
                <a:spcPts val="800"/>
              </a:spcBef>
              <a:spcAft>
                <a:spcPts val="0"/>
              </a:spcAft>
              <a:buClr>
                <a:schemeClr val="lt1"/>
              </a:buClr>
              <a:buSzPts val="1000"/>
              <a:buFont typeface="Sora"/>
              <a:buChar char="●"/>
              <a:defRPr sz="1000"/>
            </a:lvl7pPr>
            <a:lvl8pPr indent="-292100" lvl="7" marL="3657600">
              <a:lnSpc>
                <a:spcPct val="115000"/>
              </a:lnSpc>
              <a:spcBef>
                <a:spcPts val="800"/>
              </a:spcBef>
              <a:spcAft>
                <a:spcPts val="0"/>
              </a:spcAft>
              <a:buClr>
                <a:schemeClr val="lt1"/>
              </a:buClr>
              <a:buSzPts val="1000"/>
              <a:buFont typeface="Sora"/>
              <a:buChar char="○"/>
              <a:defRPr sz="1000"/>
            </a:lvl8pPr>
            <a:lvl9pPr indent="-292100" lvl="8" marL="4114800">
              <a:lnSpc>
                <a:spcPct val="115000"/>
              </a:lnSpc>
              <a:spcBef>
                <a:spcPts val="800"/>
              </a:spcBef>
              <a:spcAft>
                <a:spcPts val="800"/>
              </a:spcAft>
              <a:buClr>
                <a:schemeClr val="lt1"/>
              </a:buClr>
              <a:buSzPts val="1000"/>
              <a:buFont typeface="Sora"/>
              <a:buChar char="■"/>
              <a:defRPr sz="1000"/>
            </a:lvl9pPr>
          </a:lstStyle>
          <a:p/>
        </p:txBody>
      </p:sp>
      <p:sp>
        <p:nvSpPr>
          <p:cNvPr id="73" name="Google Shape;73;p3"/>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2">
  <p:cSld name="BLANK_1_1_2">
    <p:spTree>
      <p:nvGrpSpPr>
        <p:cNvPr id="74" name="Shape 74"/>
        <p:cNvGrpSpPr/>
        <p:nvPr/>
      </p:nvGrpSpPr>
      <p:grpSpPr>
        <a:xfrm>
          <a:off x="0" y="0"/>
          <a:ext cx="0" cy="0"/>
          <a:chOff x="0" y="0"/>
          <a:chExt cx="0" cy="0"/>
        </a:xfrm>
      </p:grpSpPr>
      <p:grpSp>
        <p:nvGrpSpPr>
          <p:cNvPr id="75" name="Google Shape;75;p4"/>
          <p:cNvGrpSpPr/>
          <p:nvPr/>
        </p:nvGrpSpPr>
        <p:grpSpPr>
          <a:xfrm flipH="1">
            <a:off x="6169505" y="228779"/>
            <a:ext cx="2979740" cy="1986829"/>
            <a:chOff x="312900" y="2793625"/>
            <a:chExt cx="2221200" cy="1481050"/>
          </a:xfrm>
        </p:grpSpPr>
        <p:grpSp>
          <p:nvGrpSpPr>
            <p:cNvPr id="76" name="Google Shape;76;p4"/>
            <p:cNvGrpSpPr/>
            <p:nvPr/>
          </p:nvGrpSpPr>
          <p:grpSpPr>
            <a:xfrm>
              <a:off x="312900" y="2793625"/>
              <a:ext cx="1851000" cy="1481050"/>
              <a:chOff x="461225" y="3249175"/>
              <a:chExt cx="1851000" cy="1481050"/>
            </a:xfrm>
          </p:grpSpPr>
          <p:grpSp>
            <p:nvGrpSpPr>
              <p:cNvPr id="77" name="Google Shape;77;p4"/>
              <p:cNvGrpSpPr/>
              <p:nvPr/>
            </p:nvGrpSpPr>
            <p:grpSpPr>
              <a:xfrm>
                <a:off x="461225" y="3249175"/>
                <a:ext cx="1851000" cy="370200"/>
                <a:chOff x="461225" y="3249175"/>
                <a:chExt cx="1851000" cy="370200"/>
              </a:xfrm>
            </p:grpSpPr>
            <p:sp>
              <p:nvSpPr>
                <p:cNvPr id="78" name="Google Shape;78;p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9" name="Google Shape;79;p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 name="Google Shape;80;p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1" name="Google Shape;81;p4"/>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2" name="Google Shape;82;p4"/>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83" name="Google Shape;83;p4"/>
              <p:cNvGrpSpPr/>
              <p:nvPr/>
            </p:nvGrpSpPr>
            <p:grpSpPr>
              <a:xfrm>
                <a:off x="461225" y="3619500"/>
                <a:ext cx="1851000" cy="370200"/>
                <a:chOff x="461225" y="3249175"/>
                <a:chExt cx="1851000" cy="370200"/>
              </a:xfrm>
            </p:grpSpPr>
            <p:sp>
              <p:nvSpPr>
                <p:cNvPr id="84" name="Google Shape;84;p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5" name="Google Shape;85;p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6" name="Google Shape;86;p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7" name="Google Shape;87;p4"/>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8" name="Google Shape;88;p4"/>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89" name="Google Shape;89;p4"/>
              <p:cNvGrpSpPr/>
              <p:nvPr/>
            </p:nvGrpSpPr>
            <p:grpSpPr>
              <a:xfrm>
                <a:off x="461225" y="3989700"/>
                <a:ext cx="1851000" cy="370200"/>
                <a:chOff x="461225" y="3249175"/>
                <a:chExt cx="1851000" cy="370200"/>
              </a:xfrm>
            </p:grpSpPr>
            <p:sp>
              <p:nvSpPr>
                <p:cNvPr id="90" name="Google Shape;90;p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1" name="Google Shape;91;p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2" name="Google Shape;92;p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3" name="Google Shape;93;p4"/>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4" name="Google Shape;94;p4"/>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95" name="Google Shape;95;p4"/>
              <p:cNvGrpSpPr/>
              <p:nvPr/>
            </p:nvGrpSpPr>
            <p:grpSpPr>
              <a:xfrm>
                <a:off x="461225" y="4360025"/>
                <a:ext cx="1851000" cy="370200"/>
                <a:chOff x="461225" y="3249175"/>
                <a:chExt cx="1851000" cy="370200"/>
              </a:xfrm>
            </p:grpSpPr>
            <p:sp>
              <p:nvSpPr>
                <p:cNvPr id="96" name="Google Shape;96;p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7" name="Google Shape;97;p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8" name="Google Shape;98;p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9" name="Google Shape;99;p4"/>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0" name="Google Shape;100;p4"/>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101" name="Google Shape;101;p4"/>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102" name="Google Shape;102;p4"/>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103" name="Google Shape;103;p4"/>
          <p:cNvSpPr/>
          <p:nvPr/>
        </p:nvSpPr>
        <p:spPr>
          <a:xfrm flipH="1">
            <a:off x="8423546" y="3087297"/>
            <a:ext cx="725708" cy="1448283"/>
          </a:xfrm>
          <a:custGeom>
            <a:rect b="b" l="l" r="r" t="t"/>
            <a:pathLst>
              <a:path extrusionOk="0" h="50476" w="25297">
                <a:moveTo>
                  <a:pt x="1" y="1"/>
                </a:moveTo>
                <a:lnTo>
                  <a:pt x="1" y="50475"/>
                </a:lnTo>
                <a:lnTo>
                  <a:pt x="2694" y="50358"/>
                </a:lnTo>
                <a:lnTo>
                  <a:pt x="5154" y="50007"/>
                </a:lnTo>
                <a:lnTo>
                  <a:pt x="7613" y="49304"/>
                </a:lnTo>
                <a:lnTo>
                  <a:pt x="9838" y="48484"/>
                </a:lnTo>
                <a:lnTo>
                  <a:pt x="12063" y="47430"/>
                </a:lnTo>
                <a:lnTo>
                  <a:pt x="14171" y="46142"/>
                </a:lnTo>
                <a:lnTo>
                  <a:pt x="16162" y="44737"/>
                </a:lnTo>
                <a:lnTo>
                  <a:pt x="17919" y="43097"/>
                </a:lnTo>
                <a:lnTo>
                  <a:pt x="19558" y="41341"/>
                </a:lnTo>
                <a:lnTo>
                  <a:pt x="20964" y="39350"/>
                </a:lnTo>
                <a:lnTo>
                  <a:pt x="22252" y="37242"/>
                </a:lnTo>
                <a:lnTo>
                  <a:pt x="23306" y="35017"/>
                </a:lnTo>
                <a:lnTo>
                  <a:pt x="24126" y="32792"/>
                </a:lnTo>
                <a:lnTo>
                  <a:pt x="24828" y="30332"/>
                </a:lnTo>
                <a:lnTo>
                  <a:pt x="25180" y="27873"/>
                </a:lnTo>
                <a:lnTo>
                  <a:pt x="25297" y="25296"/>
                </a:lnTo>
                <a:lnTo>
                  <a:pt x="25180" y="22720"/>
                </a:lnTo>
                <a:lnTo>
                  <a:pt x="24828" y="20144"/>
                </a:lnTo>
                <a:lnTo>
                  <a:pt x="24126" y="17801"/>
                </a:lnTo>
                <a:lnTo>
                  <a:pt x="23306" y="15459"/>
                </a:lnTo>
                <a:lnTo>
                  <a:pt x="22252" y="13234"/>
                </a:lnTo>
                <a:lnTo>
                  <a:pt x="20964" y="11126"/>
                </a:lnTo>
                <a:lnTo>
                  <a:pt x="19558" y="9252"/>
                </a:lnTo>
                <a:lnTo>
                  <a:pt x="17919" y="7379"/>
                </a:lnTo>
                <a:lnTo>
                  <a:pt x="16162" y="5739"/>
                </a:lnTo>
                <a:lnTo>
                  <a:pt x="14171" y="4334"/>
                </a:lnTo>
                <a:lnTo>
                  <a:pt x="12063" y="3046"/>
                </a:lnTo>
                <a:lnTo>
                  <a:pt x="9838" y="1992"/>
                </a:lnTo>
                <a:lnTo>
                  <a:pt x="7613" y="1172"/>
                </a:lnTo>
                <a:lnTo>
                  <a:pt x="5154" y="586"/>
                </a:lnTo>
                <a:lnTo>
                  <a:pt x="2694" y="118"/>
                </a:lnTo>
                <a:lnTo>
                  <a:pt x="1" y="1"/>
                </a:lnTo>
                <a:close/>
              </a:path>
            </a:pathLst>
          </a:custGeom>
          <a:gradFill>
            <a:gsLst>
              <a:gs pos="0">
                <a:schemeClr val="accent3"/>
              </a:gs>
              <a:gs pos="56000">
                <a:schemeClr val="accent1"/>
              </a:gs>
              <a:gs pos="100000">
                <a:schemeClr val="accent1"/>
              </a:gs>
            </a:gsLst>
            <a:lin ang="13500032" scaled="0"/>
          </a:gradFill>
          <a:ln>
            <a:noFill/>
          </a:ln>
          <a:effectLst>
            <a:outerShdw blurRad="485775" rotWithShape="0" algn="bl" dir="7800000" dist="76200">
              <a:schemeClr val="accent1">
                <a:alpha val="27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4" name="Google Shape;104;p4"/>
          <p:cNvSpPr/>
          <p:nvPr/>
        </p:nvSpPr>
        <p:spPr>
          <a:xfrm rot="-5400000">
            <a:off x="4618961" y="3068375"/>
            <a:ext cx="1486200" cy="1486200"/>
          </a:xfrm>
          <a:prstGeom prst="ellipse">
            <a:avLst/>
          </a:prstGeom>
          <a:gradFill>
            <a:gsLst>
              <a:gs pos="0">
                <a:schemeClr val="accent3"/>
              </a:gs>
              <a:gs pos="56000">
                <a:schemeClr val="accent1"/>
              </a:gs>
              <a:gs pos="100000">
                <a:schemeClr val="accent1"/>
              </a:gs>
            </a:gsLst>
            <a:lin ang="13500032" scaled="0"/>
          </a:gradFill>
          <a:ln>
            <a:noFill/>
          </a:ln>
          <a:effectLst>
            <a:outerShdw blurRad="328613" rotWithShape="0" algn="bl" dir="2700000" dist="28575">
              <a:schemeClr val="accent1">
                <a:alpha val="28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5" name="Google Shape;105;p4"/>
          <p:cNvSpPr/>
          <p:nvPr/>
        </p:nvSpPr>
        <p:spPr>
          <a:xfrm>
            <a:off x="6521248" y="3068375"/>
            <a:ext cx="1486200" cy="1486200"/>
          </a:xfrm>
          <a:prstGeom prst="ellipse">
            <a:avLst/>
          </a:prstGeom>
          <a:gradFill>
            <a:gsLst>
              <a:gs pos="0">
                <a:schemeClr val="accent3"/>
              </a:gs>
              <a:gs pos="35000">
                <a:schemeClr val="accent3"/>
              </a:gs>
              <a:gs pos="100000">
                <a:schemeClr val="accent1"/>
              </a:gs>
            </a:gsLst>
            <a:lin ang="8099331" scaled="0"/>
          </a:gradFill>
          <a:ln>
            <a:noFill/>
          </a:ln>
          <a:effectLst>
            <a:outerShdw blurRad="342900" rotWithShape="0" algn="bl" dir="5400000" dist="38100">
              <a:schemeClr val="accent3">
                <a:alpha val="30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6" name="Google Shape;106;p4"/>
          <p:cNvSpPr txBox="1"/>
          <p:nvPr>
            <p:ph idx="1" type="body"/>
          </p:nvPr>
        </p:nvSpPr>
        <p:spPr>
          <a:xfrm>
            <a:off x="115025" y="908975"/>
            <a:ext cx="5369100" cy="2478000"/>
          </a:xfrm>
          <a:prstGeom prst="rect">
            <a:avLst/>
          </a:prstGeom>
        </p:spPr>
        <p:txBody>
          <a:bodyPr anchorCtr="0" anchor="t" bIns="91425" lIns="91425" spcFirstLastPara="1" rIns="91425" wrap="square" tIns="0">
            <a:noAutofit/>
          </a:bodyPr>
          <a:lstStyle>
            <a:lvl1pPr indent="-457200" lvl="0" marL="457200">
              <a:spcBef>
                <a:spcPts val="0"/>
              </a:spcBef>
              <a:spcAft>
                <a:spcPts val="0"/>
              </a:spcAft>
              <a:buClr>
                <a:schemeClr val="lt1"/>
              </a:buClr>
              <a:buSzPts val="3600"/>
              <a:buFont typeface="IBM Plex Sans"/>
              <a:buChar char="●"/>
              <a:defRPr sz="3600">
                <a:latin typeface="IBM Plex Sans"/>
                <a:ea typeface="IBM Plex Sans"/>
                <a:cs typeface="IBM Plex Sans"/>
                <a:sym typeface="IBM Plex Sans"/>
              </a:defRPr>
            </a:lvl1pPr>
            <a:lvl2pPr indent="-457200" lvl="1" marL="9144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2pPr>
            <a:lvl3pPr indent="-457200" lvl="2" marL="13716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3pPr>
            <a:lvl4pPr indent="-457200" lvl="3" marL="18288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4pPr>
            <a:lvl5pPr indent="-457200" lvl="4" marL="22860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5pPr>
            <a:lvl6pPr indent="-457200" lvl="5" marL="27432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6pPr>
            <a:lvl7pPr indent="-457200" lvl="6" marL="32004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7pPr>
            <a:lvl8pPr indent="-457200" lvl="7" marL="36576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8pPr>
            <a:lvl9pPr indent="-457200" lvl="8" marL="4114800">
              <a:spcBef>
                <a:spcPts val="800"/>
              </a:spcBef>
              <a:spcAft>
                <a:spcPts val="800"/>
              </a:spcAft>
              <a:buClr>
                <a:schemeClr val="lt1"/>
              </a:buClr>
              <a:buSzPts val="3600"/>
              <a:buFont typeface="IBM Plex Sans"/>
              <a:buChar char="■"/>
              <a:defRPr sz="3600">
                <a:latin typeface="IBM Plex Sans"/>
                <a:ea typeface="IBM Plex Sans"/>
                <a:cs typeface="IBM Plex Sans"/>
                <a:sym typeface="IBM Plex Sans"/>
              </a:defRPr>
            </a:lvl9pPr>
          </a:lstStyle>
          <a:p/>
        </p:txBody>
      </p:sp>
      <p:sp>
        <p:nvSpPr>
          <p:cNvPr id="107" name="Google Shape;107;p4"/>
          <p:cNvSpPr txBox="1"/>
          <p:nvPr>
            <p:ph idx="2" type="title"/>
          </p:nvPr>
        </p:nvSpPr>
        <p:spPr>
          <a:xfrm>
            <a:off x="115025" y="502775"/>
            <a:ext cx="4183800" cy="4062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3600">
                <a:solidFill>
                  <a:schemeClr val="accent3"/>
                </a:solidFill>
              </a:defRPr>
            </a:lvl2pPr>
            <a:lvl3pPr lvl="2">
              <a:lnSpc>
                <a:spcPct val="115000"/>
              </a:lnSpc>
              <a:spcBef>
                <a:spcPts val="0"/>
              </a:spcBef>
              <a:spcAft>
                <a:spcPts val="0"/>
              </a:spcAft>
              <a:buNone/>
              <a:defRPr sz="3600">
                <a:solidFill>
                  <a:schemeClr val="accent3"/>
                </a:solidFill>
              </a:defRPr>
            </a:lvl3pPr>
            <a:lvl4pPr lvl="3">
              <a:lnSpc>
                <a:spcPct val="115000"/>
              </a:lnSpc>
              <a:spcBef>
                <a:spcPts val="0"/>
              </a:spcBef>
              <a:spcAft>
                <a:spcPts val="0"/>
              </a:spcAft>
              <a:buNone/>
              <a:defRPr sz="3600">
                <a:solidFill>
                  <a:schemeClr val="accent3"/>
                </a:solidFill>
              </a:defRPr>
            </a:lvl4pPr>
            <a:lvl5pPr lvl="4">
              <a:lnSpc>
                <a:spcPct val="115000"/>
              </a:lnSpc>
              <a:spcBef>
                <a:spcPts val="0"/>
              </a:spcBef>
              <a:spcAft>
                <a:spcPts val="0"/>
              </a:spcAft>
              <a:buNone/>
              <a:defRPr sz="3600">
                <a:solidFill>
                  <a:schemeClr val="accent3"/>
                </a:solidFill>
              </a:defRPr>
            </a:lvl5pPr>
            <a:lvl6pPr lvl="5">
              <a:lnSpc>
                <a:spcPct val="115000"/>
              </a:lnSpc>
              <a:spcBef>
                <a:spcPts val="0"/>
              </a:spcBef>
              <a:spcAft>
                <a:spcPts val="0"/>
              </a:spcAft>
              <a:buNone/>
              <a:defRPr sz="3600">
                <a:solidFill>
                  <a:schemeClr val="accent3"/>
                </a:solidFill>
              </a:defRPr>
            </a:lvl6pPr>
            <a:lvl7pPr lvl="6">
              <a:lnSpc>
                <a:spcPct val="115000"/>
              </a:lnSpc>
              <a:spcBef>
                <a:spcPts val="0"/>
              </a:spcBef>
              <a:spcAft>
                <a:spcPts val="0"/>
              </a:spcAft>
              <a:buNone/>
              <a:defRPr sz="3600">
                <a:solidFill>
                  <a:schemeClr val="accent3"/>
                </a:solidFill>
              </a:defRPr>
            </a:lvl7pPr>
            <a:lvl8pPr lvl="7">
              <a:lnSpc>
                <a:spcPct val="115000"/>
              </a:lnSpc>
              <a:spcBef>
                <a:spcPts val="0"/>
              </a:spcBef>
              <a:spcAft>
                <a:spcPts val="0"/>
              </a:spcAft>
              <a:buNone/>
              <a:defRPr sz="3600">
                <a:solidFill>
                  <a:schemeClr val="accent3"/>
                </a:solidFill>
              </a:defRPr>
            </a:lvl8pPr>
            <a:lvl9pPr lvl="8">
              <a:lnSpc>
                <a:spcPct val="115000"/>
              </a:lnSpc>
              <a:spcBef>
                <a:spcPts val="0"/>
              </a:spcBef>
              <a:spcAft>
                <a:spcPts val="0"/>
              </a:spcAft>
              <a:buNone/>
              <a:defRPr sz="3600">
                <a:solidFill>
                  <a:schemeClr val="accent3"/>
                </a:solidFill>
              </a:defRPr>
            </a:lvl9pPr>
          </a:lstStyle>
          <a:p/>
        </p:txBody>
      </p:sp>
      <p:sp>
        <p:nvSpPr>
          <p:cNvPr id="108" name="Google Shape;108;p4"/>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 Alt 1">
  <p:cSld name="BLANK_1_1_1">
    <p:spTree>
      <p:nvGrpSpPr>
        <p:cNvPr id="109" name="Shape 109"/>
        <p:cNvGrpSpPr/>
        <p:nvPr/>
      </p:nvGrpSpPr>
      <p:grpSpPr>
        <a:xfrm>
          <a:off x="0" y="0"/>
          <a:ext cx="0" cy="0"/>
          <a:chOff x="0" y="0"/>
          <a:chExt cx="0" cy="0"/>
        </a:xfrm>
      </p:grpSpPr>
      <p:grpSp>
        <p:nvGrpSpPr>
          <p:cNvPr id="110" name="Google Shape;110;p5"/>
          <p:cNvGrpSpPr/>
          <p:nvPr/>
        </p:nvGrpSpPr>
        <p:grpSpPr>
          <a:xfrm>
            <a:off x="228600" y="2793625"/>
            <a:ext cx="2221200" cy="1481050"/>
            <a:chOff x="312900" y="2793625"/>
            <a:chExt cx="2221200" cy="1481050"/>
          </a:xfrm>
        </p:grpSpPr>
        <p:grpSp>
          <p:nvGrpSpPr>
            <p:cNvPr id="111" name="Google Shape;111;p5"/>
            <p:cNvGrpSpPr/>
            <p:nvPr/>
          </p:nvGrpSpPr>
          <p:grpSpPr>
            <a:xfrm>
              <a:off x="312900" y="2793625"/>
              <a:ext cx="1851000" cy="1481050"/>
              <a:chOff x="461225" y="3249175"/>
              <a:chExt cx="1851000" cy="1481050"/>
            </a:xfrm>
          </p:grpSpPr>
          <p:grpSp>
            <p:nvGrpSpPr>
              <p:cNvPr id="112" name="Google Shape;112;p5"/>
              <p:cNvGrpSpPr/>
              <p:nvPr/>
            </p:nvGrpSpPr>
            <p:grpSpPr>
              <a:xfrm>
                <a:off x="461225" y="3249175"/>
                <a:ext cx="1851000" cy="370200"/>
                <a:chOff x="461225" y="3249175"/>
                <a:chExt cx="1851000" cy="370200"/>
              </a:xfrm>
            </p:grpSpPr>
            <p:sp>
              <p:nvSpPr>
                <p:cNvPr id="113" name="Google Shape;113;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4" name="Google Shape;114;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5" name="Google Shape;115;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6" name="Google Shape;116;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7" name="Google Shape;117;p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18" name="Google Shape;118;p5"/>
              <p:cNvGrpSpPr/>
              <p:nvPr/>
            </p:nvGrpSpPr>
            <p:grpSpPr>
              <a:xfrm>
                <a:off x="461225" y="3619500"/>
                <a:ext cx="1851000" cy="370200"/>
                <a:chOff x="461225" y="3249175"/>
                <a:chExt cx="1851000" cy="370200"/>
              </a:xfrm>
            </p:grpSpPr>
            <p:sp>
              <p:nvSpPr>
                <p:cNvPr id="119" name="Google Shape;119;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0" name="Google Shape;120;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1" name="Google Shape;121;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2" name="Google Shape;122;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3" name="Google Shape;123;p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24" name="Google Shape;124;p5"/>
              <p:cNvGrpSpPr/>
              <p:nvPr/>
            </p:nvGrpSpPr>
            <p:grpSpPr>
              <a:xfrm>
                <a:off x="461225" y="3989700"/>
                <a:ext cx="1851000" cy="370200"/>
                <a:chOff x="461225" y="3249175"/>
                <a:chExt cx="1851000" cy="370200"/>
              </a:xfrm>
            </p:grpSpPr>
            <p:sp>
              <p:nvSpPr>
                <p:cNvPr id="125" name="Google Shape;125;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6" name="Google Shape;126;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7" name="Google Shape;127;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8" name="Google Shape;128;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9" name="Google Shape;129;p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30" name="Google Shape;130;p5"/>
              <p:cNvGrpSpPr/>
              <p:nvPr/>
            </p:nvGrpSpPr>
            <p:grpSpPr>
              <a:xfrm>
                <a:off x="461225" y="4360025"/>
                <a:ext cx="1851000" cy="370200"/>
                <a:chOff x="461225" y="3249175"/>
                <a:chExt cx="1851000" cy="370200"/>
              </a:xfrm>
            </p:grpSpPr>
            <p:sp>
              <p:nvSpPr>
                <p:cNvPr id="131" name="Google Shape;131;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2" name="Google Shape;132;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3" name="Google Shape;133;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4" name="Google Shape;134;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5" name="Google Shape;135;p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136" name="Google Shape;136;p5"/>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37" name="Google Shape;137;p5"/>
          <p:cNvGrpSpPr/>
          <p:nvPr/>
        </p:nvGrpSpPr>
        <p:grpSpPr>
          <a:xfrm>
            <a:off x="7663200" y="-725"/>
            <a:ext cx="1480800" cy="1396025"/>
            <a:chOff x="461225" y="3334200"/>
            <a:chExt cx="1480800" cy="1396025"/>
          </a:xfrm>
        </p:grpSpPr>
        <p:grpSp>
          <p:nvGrpSpPr>
            <p:cNvPr id="138" name="Google Shape;138;p5"/>
            <p:cNvGrpSpPr/>
            <p:nvPr/>
          </p:nvGrpSpPr>
          <p:grpSpPr>
            <a:xfrm>
              <a:off x="461225" y="3334200"/>
              <a:ext cx="1480800" cy="285300"/>
              <a:chOff x="461225" y="3334200"/>
              <a:chExt cx="1480800" cy="285300"/>
            </a:xfrm>
          </p:grpSpPr>
          <p:sp>
            <p:nvSpPr>
              <p:cNvPr id="139" name="Google Shape;139;p5"/>
              <p:cNvSpPr/>
              <p:nvPr/>
            </p:nvSpPr>
            <p:spPr>
              <a:xfrm>
                <a:off x="4612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0" name="Google Shape;140;p5"/>
              <p:cNvSpPr/>
              <p:nvPr/>
            </p:nvSpPr>
            <p:spPr>
              <a:xfrm>
                <a:off x="8314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1" name="Google Shape;141;p5"/>
              <p:cNvSpPr/>
              <p:nvPr/>
            </p:nvSpPr>
            <p:spPr>
              <a:xfrm>
                <a:off x="12016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2" name="Google Shape;142;p5"/>
              <p:cNvSpPr/>
              <p:nvPr/>
            </p:nvSpPr>
            <p:spPr>
              <a:xfrm>
                <a:off x="15718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43" name="Google Shape;143;p5"/>
            <p:cNvGrpSpPr/>
            <p:nvPr/>
          </p:nvGrpSpPr>
          <p:grpSpPr>
            <a:xfrm>
              <a:off x="461225" y="3619500"/>
              <a:ext cx="1480800" cy="370200"/>
              <a:chOff x="461225" y="3249175"/>
              <a:chExt cx="1480800" cy="370200"/>
            </a:xfrm>
          </p:grpSpPr>
          <p:sp>
            <p:nvSpPr>
              <p:cNvPr id="144" name="Google Shape;144;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5" name="Google Shape;145;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6" name="Google Shape;146;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7" name="Google Shape;147;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48" name="Google Shape;148;p5"/>
            <p:cNvGrpSpPr/>
            <p:nvPr/>
          </p:nvGrpSpPr>
          <p:grpSpPr>
            <a:xfrm>
              <a:off x="461225" y="3989700"/>
              <a:ext cx="1480800" cy="370200"/>
              <a:chOff x="461225" y="3249175"/>
              <a:chExt cx="1480800" cy="370200"/>
            </a:xfrm>
          </p:grpSpPr>
          <p:sp>
            <p:nvSpPr>
              <p:cNvPr id="149" name="Google Shape;149;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0" name="Google Shape;150;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1" name="Google Shape;151;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2" name="Google Shape;152;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53" name="Google Shape;153;p5"/>
            <p:cNvGrpSpPr/>
            <p:nvPr/>
          </p:nvGrpSpPr>
          <p:grpSpPr>
            <a:xfrm>
              <a:off x="461225" y="4360025"/>
              <a:ext cx="1480800" cy="370200"/>
              <a:chOff x="461225" y="3249175"/>
              <a:chExt cx="1480800" cy="370200"/>
            </a:xfrm>
          </p:grpSpPr>
          <p:sp>
            <p:nvSpPr>
              <p:cNvPr id="154" name="Google Shape;154;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5" name="Google Shape;155;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6" name="Google Shape;156;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7" name="Google Shape;157;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grpSp>
        <p:nvGrpSpPr>
          <p:cNvPr id="158" name="Google Shape;158;p5"/>
          <p:cNvGrpSpPr/>
          <p:nvPr/>
        </p:nvGrpSpPr>
        <p:grpSpPr>
          <a:xfrm>
            <a:off x="1843925" y="-725"/>
            <a:ext cx="7300075" cy="5144088"/>
            <a:chOff x="1870575" y="-635"/>
            <a:chExt cx="7300075" cy="5174097"/>
          </a:xfrm>
        </p:grpSpPr>
        <p:sp>
          <p:nvSpPr>
            <p:cNvPr id="159" name="Google Shape;159;p5"/>
            <p:cNvSpPr/>
            <p:nvPr/>
          </p:nvSpPr>
          <p:spPr>
            <a:xfrm>
              <a:off x="1870575" y="-635"/>
              <a:ext cx="7300075" cy="4989625"/>
            </a:xfrm>
            <a:custGeom>
              <a:rect b="b" l="l" r="r" t="t"/>
              <a:pathLst>
                <a:path extrusionOk="0" h="199585" w="292003">
                  <a:moveTo>
                    <a:pt x="76429" y="0"/>
                  </a:moveTo>
                  <a:lnTo>
                    <a:pt x="0" y="163603"/>
                  </a:lnTo>
                  <a:lnTo>
                    <a:pt x="250486" y="199585"/>
                  </a:lnTo>
                  <a:lnTo>
                    <a:pt x="292003" y="107785"/>
                  </a:lnTo>
                  <a:lnTo>
                    <a:pt x="292003" y="52891"/>
                  </a:lnTo>
                  <a:lnTo>
                    <a:pt x="234162" y="0"/>
                  </a:lnTo>
                  <a:close/>
                </a:path>
              </a:pathLst>
            </a:custGeom>
            <a:gradFill>
              <a:gsLst>
                <a:gs pos="0">
                  <a:schemeClr val="accent3"/>
                </a:gs>
                <a:gs pos="77000">
                  <a:schemeClr val="accent1"/>
                </a:gs>
                <a:gs pos="100000">
                  <a:schemeClr val="accent1"/>
                </a:gs>
              </a:gsLst>
              <a:lin ang="8099331" scaled="0"/>
            </a:gradFill>
            <a:ln>
              <a:noFill/>
            </a:ln>
          </p:spPr>
        </p:sp>
        <p:sp>
          <p:nvSpPr>
            <p:cNvPr id="160" name="Google Shape;160;p5"/>
            <p:cNvSpPr/>
            <p:nvPr/>
          </p:nvSpPr>
          <p:spPr>
            <a:xfrm>
              <a:off x="1870575" y="4089437"/>
              <a:ext cx="6285225" cy="1084025"/>
            </a:xfrm>
            <a:custGeom>
              <a:rect b="b" l="l" r="r" t="t"/>
              <a:pathLst>
                <a:path extrusionOk="0" h="43361" w="251409">
                  <a:moveTo>
                    <a:pt x="0" y="0"/>
                  </a:moveTo>
                  <a:lnTo>
                    <a:pt x="6458" y="43361"/>
                  </a:lnTo>
                  <a:lnTo>
                    <a:pt x="251409" y="43361"/>
                  </a:lnTo>
                  <a:lnTo>
                    <a:pt x="250494" y="35931"/>
                  </a:lnTo>
                  <a:close/>
                </a:path>
              </a:pathLst>
            </a:custGeom>
            <a:solidFill>
              <a:schemeClr val="accent5"/>
            </a:solidFill>
            <a:ln>
              <a:noFill/>
            </a:ln>
          </p:spPr>
        </p:sp>
      </p:grpSp>
      <p:sp>
        <p:nvSpPr>
          <p:cNvPr id="161" name="Google Shape;161;p5"/>
          <p:cNvSpPr txBox="1"/>
          <p:nvPr>
            <p:ph idx="1" type="body"/>
          </p:nvPr>
        </p:nvSpPr>
        <p:spPr>
          <a:xfrm>
            <a:off x="4631450" y="2170025"/>
            <a:ext cx="2896200" cy="1887600"/>
          </a:xfrm>
          <a:prstGeom prst="rect">
            <a:avLst/>
          </a:prstGeom>
        </p:spPr>
        <p:txBody>
          <a:bodyPr anchorCtr="0" anchor="t" bIns="91425" lIns="91425" spcFirstLastPara="1" rIns="91425" wrap="square" tIns="91425">
            <a:noAutofit/>
          </a:bodyPr>
          <a:lstStyle>
            <a:lvl1pPr indent="-292100" lvl="0" marL="457200">
              <a:lnSpc>
                <a:spcPct val="115000"/>
              </a:lnSpc>
              <a:spcBef>
                <a:spcPts val="0"/>
              </a:spcBef>
              <a:spcAft>
                <a:spcPts val="0"/>
              </a:spcAft>
              <a:buClr>
                <a:schemeClr val="lt1"/>
              </a:buClr>
              <a:buSzPts val="1000"/>
              <a:buFont typeface="Sora"/>
              <a:buChar char="●"/>
              <a:defRPr sz="1000"/>
            </a:lvl1pPr>
            <a:lvl2pPr indent="-292100" lvl="1" marL="914400">
              <a:lnSpc>
                <a:spcPct val="115000"/>
              </a:lnSpc>
              <a:spcBef>
                <a:spcPts val="800"/>
              </a:spcBef>
              <a:spcAft>
                <a:spcPts val="0"/>
              </a:spcAft>
              <a:buClr>
                <a:schemeClr val="lt1"/>
              </a:buClr>
              <a:buSzPts val="1000"/>
              <a:buFont typeface="Sora"/>
              <a:buChar char="○"/>
              <a:defRPr sz="1000"/>
            </a:lvl2pPr>
            <a:lvl3pPr indent="-228600" lvl="2" marL="1371600">
              <a:lnSpc>
                <a:spcPct val="115000"/>
              </a:lnSpc>
              <a:spcBef>
                <a:spcPts val="800"/>
              </a:spcBef>
              <a:spcAft>
                <a:spcPts val="0"/>
              </a:spcAft>
              <a:buNone/>
              <a:defRPr sz="1000"/>
            </a:lvl3pPr>
            <a:lvl4pPr indent="-292100" lvl="3" marL="1828800">
              <a:lnSpc>
                <a:spcPct val="115000"/>
              </a:lnSpc>
              <a:spcBef>
                <a:spcPts val="0"/>
              </a:spcBef>
              <a:spcAft>
                <a:spcPts val="0"/>
              </a:spcAft>
              <a:buClr>
                <a:schemeClr val="lt1"/>
              </a:buClr>
              <a:buSzPts val="1000"/>
              <a:buFont typeface="Sora"/>
              <a:buChar char="●"/>
              <a:defRPr sz="1000"/>
            </a:lvl4pPr>
            <a:lvl5pPr indent="-292100" lvl="4" marL="2286000">
              <a:lnSpc>
                <a:spcPct val="115000"/>
              </a:lnSpc>
              <a:spcBef>
                <a:spcPts val="800"/>
              </a:spcBef>
              <a:spcAft>
                <a:spcPts val="0"/>
              </a:spcAft>
              <a:buClr>
                <a:schemeClr val="lt1"/>
              </a:buClr>
              <a:buSzPts val="1000"/>
              <a:buFont typeface="Sora"/>
              <a:buChar char="○"/>
              <a:defRPr sz="1000"/>
            </a:lvl5pPr>
            <a:lvl6pPr indent="-292100" lvl="5" marL="2743200">
              <a:lnSpc>
                <a:spcPct val="115000"/>
              </a:lnSpc>
              <a:spcBef>
                <a:spcPts val="800"/>
              </a:spcBef>
              <a:spcAft>
                <a:spcPts val="0"/>
              </a:spcAft>
              <a:buClr>
                <a:schemeClr val="lt1"/>
              </a:buClr>
              <a:buSzPts val="1000"/>
              <a:buFont typeface="Sora"/>
              <a:buChar char="■"/>
              <a:defRPr sz="1000"/>
            </a:lvl6pPr>
            <a:lvl7pPr indent="-292100" lvl="6" marL="3200400">
              <a:lnSpc>
                <a:spcPct val="115000"/>
              </a:lnSpc>
              <a:spcBef>
                <a:spcPts val="800"/>
              </a:spcBef>
              <a:spcAft>
                <a:spcPts val="0"/>
              </a:spcAft>
              <a:buClr>
                <a:schemeClr val="lt1"/>
              </a:buClr>
              <a:buSzPts val="1000"/>
              <a:buFont typeface="Sora"/>
              <a:buChar char="●"/>
              <a:defRPr sz="1000"/>
            </a:lvl7pPr>
            <a:lvl8pPr indent="-292100" lvl="7" marL="3657600">
              <a:lnSpc>
                <a:spcPct val="115000"/>
              </a:lnSpc>
              <a:spcBef>
                <a:spcPts val="800"/>
              </a:spcBef>
              <a:spcAft>
                <a:spcPts val="0"/>
              </a:spcAft>
              <a:buClr>
                <a:schemeClr val="lt1"/>
              </a:buClr>
              <a:buSzPts val="1000"/>
              <a:buFont typeface="Sora"/>
              <a:buChar char="○"/>
              <a:defRPr sz="1000"/>
            </a:lvl8pPr>
            <a:lvl9pPr indent="-228600" lvl="8" marL="4114800">
              <a:lnSpc>
                <a:spcPct val="115000"/>
              </a:lnSpc>
              <a:spcBef>
                <a:spcPts val="800"/>
              </a:spcBef>
              <a:spcAft>
                <a:spcPts val="0"/>
              </a:spcAft>
              <a:buNone/>
              <a:defRPr sz="1000"/>
            </a:lvl9pPr>
          </a:lstStyle>
          <a:p/>
        </p:txBody>
      </p:sp>
      <p:sp>
        <p:nvSpPr>
          <p:cNvPr id="162" name="Google Shape;162;p5"/>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163" name="Google Shape;163;p5"/>
          <p:cNvSpPr txBox="1"/>
          <p:nvPr>
            <p:ph idx="2" type="body"/>
          </p:nvPr>
        </p:nvSpPr>
        <p:spPr>
          <a:xfrm>
            <a:off x="4631450" y="827575"/>
            <a:ext cx="2896200" cy="12003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Font typeface="Sora"/>
              <a:buChar char="●"/>
              <a:defRPr sz="1000"/>
            </a:lvl1pPr>
            <a:lvl2pPr indent="-292100" lvl="1" marL="914400">
              <a:spcBef>
                <a:spcPts val="800"/>
              </a:spcBef>
              <a:spcAft>
                <a:spcPts val="0"/>
              </a:spcAft>
              <a:buSzPts val="1000"/>
              <a:buFont typeface="Sora"/>
              <a:buChar char="○"/>
              <a:defRPr sz="1000"/>
            </a:lvl2pPr>
            <a:lvl3pPr indent="-292100" lvl="2" marL="1371600">
              <a:spcBef>
                <a:spcPts val="800"/>
              </a:spcBef>
              <a:spcAft>
                <a:spcPts val="0"/>
              </a:spcAft>
              <a:buSzPts val="1000"/>
              <a:buFont typeface="Sora"/>
              <a:buChar char="■"/>
              <a:defRPr sz="1000"/>
            </a:lvl3pPr>
            <a:lvl4pPr indent="-292100" lvl="3" marL="1828800">
              <a:spcBef>
                <a:spcPts val="800"/>
              </a:spcBef>
              <a:spcAft>
                <a:spcPts val="0"/>
              </a:spcAft>
              <a:buSzPts val="1000"/>
              <a:buFont typeface="Sora"/>
              <a:buChar char="●"/>
              <a:defRPr sz="1000"/>
            </a:lvl4pPr>
            <a:lvl5pPr indent="-292100" lvl="4" marL="2286000">
              <a:spcBef>
                <a:spcPts val="800"/>
              </a:spcBef>
              <a:spcAft>
                <a:spcPts val="0"/>
              </a:spcAft>
              <a:buSzPts val="1000"/>
              <a:buFont typeface="Sora"/>
              <a:buChar char="○"/>
              <a:defRPr sz="1000"/>
            </a:lvl5pPr>
            <a:lvl6pPr indent="-292100" lvl="5" marL="2743200">
              <a:spcBef>
                <a:spcPts val="800"/>
              </a:spcBef>
              <a:spcAft>
                <a:spcPts val="0"/>
              </a:spcAft>
              <a:buSzPts val="1000"/>
              <a:buFont typeface="Sora"/>
              <a:buChar char="■"/>
              <a:defRPr sz="1000"/>
            </a:lvl6pPr>
            <a:lvl7pPr indent="-292100" lvl="6" marL="3200400">
              <a:spcBef>
                <a:spcPts val="800"/>
              </a:spcBef>
              <a:spcAft>
                <a:spcPts val="0"/>
              </a:spcAft>
              <a:buSzPts val="1000"/>
              <a:buFont typeface="Sora"/>
              <a:buChar char="●"/>
              <a:defRPr sz="1000"/>
            </a:lvl7pPr>
            <a:lvl8pPr indent="-292100" lvl="7" marL="3657600">
              <a:spcBef>
                <a:spcPts val="800"/>
              </a:spcBef>
              <a:spcAft>
                <a:spcPts val="0"/>
              </a:spcAft>
              <a:buSzPts val="1000"/>
              <a:buFont typeface="Sora"/>
              <a:buChar char="○"/>
              <a:defRPr sz="1000"/>
            </a:lvl8pPr>
            <a:lvl9pPr indent="-292100" lvl="8" marL="4114800">
              <a:spcBef>
                <a:spcPts val="800"/>
              </a:spcBef>
              <a:spcAft>
                <a:spcPts val="800"/>
              </a:spcAft>
              <a:buSzPts val="1000"/>
              <a:buFont typeface="Sora"/>
              <a:buChar char="■"/>
              <a:defRPr sz="1000"/>
            </a:lvl9pPr>
          </a:lstStyle>
          <a:p/>
        </p:txBody>
      </p:sp>
      <p:sp>
        <p:nvSpPr>
          <p:cNvPr id="164" name="Google Shape;164;p5"/>
          <p:cNvSpPr txBox="1"/>
          <p:nvPr>
            <p:ph idx="3" type="title"/>
          </p:nvPr>
        </p:nvSpPr>
        <p:spPr>
          <a:xfrm>
            <a:off x="115025" y="502775"/>
            <a:ext cx="3905400" cy="5877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165" name="Google Shape;165;p5"/>
          <p:cNvSpPr txBox="1"/>
          <p:nvPr>
            <p:ph idx="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3 images">
  <p:cSld name="BLANK_1_1_1_1_2">
    <p:bg>
      <p:bgPr>
        <a:solidFill>
          <a:schemeClr val="lt1"/>
        </a:solidFill>
      </p:bgPr>
    </p:bg>
    <p:spTree>
      <p:nvGrpSpPr>
        <p:cNvPr id="166" name="Shape 166"/>
        <p:cNvGrpSpPr/>
        <p:nvPr/>
      </p:nvGrpSpPr>
      <p:grpSpPr>
        <a:xfrm>
          <a:off x="0" y="0"/>
          <a:ext cx="0" cy="0"/>
          <a:chOff x="0" y="0"/>
          <a:chExt cx="0" cy="0"/>
        </a:xfrm>
      </p:grpSpPr>
      <p:sp>
        <p:nvSpPr>
          <p:cNvPr id="167" name="Google Shape;167;p6"/>
          <p:cNvSpPr/>
          <p:nvPr/>
        </p:nvSpPr>
        <p:spPr>
          <a:xfrm flipH="1" rot="10800000">
            <a:off x="4482600" y="741600"/>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8" name="Google Shape;168;p6"/>
          <p:cNvSpPr/>
          <p:nvPr/>
        </p:nvSpPr>
        <p:spPr>
          <a:xfrm flipH="1" rot="10800000">
            <a:off x="4482600" y="1014475"/>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9" name="Google Shape;169;p6"/>
          <p:cNvSpPr/>
          <p:nvPr/>
        </p:nvSpPr>
        <p:spPr>
          <a:xfrm flipH="1" rot="10800000">
            <a:off x="4482600" y="1594038"/>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70" name="Google Shape;170;p6"/>
          <p:cNvSpPr/>
          <p:nvPr/>
        </p:nvSpPr>
        <p:spPr>
          <a:xfrm flipH="1" rot="10800000">
            <a:off x="4482600" y="1291263"/>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71" name="Google Shape;171;p6"/>
          <p:cNvSpPr txBox="1"/>
          <p:nvPr>
            <p:ph type="title"/>
          </p:nvPr>
        </p:nvSpPr>
        <p:spPr>
          <a:xfrm>
            <a:off x="91950" y="292050"/>
            <a:ext cx="4390500" cy="16035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None/>
              <a:defRPr sz="5500">
                <a:solidFill>
                  <a:schemeClr val="dk2"/>
                </a:solidFill>
              </a:defRPr>
            </a:lvl1pPr>
            <a:lvl2pPr lvl="1">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2pPr>
            <a:lvl3pPr lvl="2">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3pPr>
            <a:lvl4pPr lvl="3">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4pPr>
            <a:lvl5pPr lvl="4">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5pPr>
            <a:lvl6pPr lvl="5">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6pPr>
            <a:lvl7pPr lvl="6">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7pPr>
            <a:lvl8pPr lvl="7">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8pPr>
            <a:lvl9pPr lvl="8">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9pPr>
          </a:lstStyle>
          <a:p/>
        </p:txBody>
      </p:sp>
      <p:sp>
        <p:nvSpPr>
          <p:cNvPr id="172" name="Google Shape;172;p6"/>
          <p:cNvSpPr/>
          <p:nvPr>
            <p:ph idx="2" type="pic"/>
          </p:nvPr>
        </p:nvSpPr>
        <p:spPr>
          <a:xfrm>
            <a:off x="225300" y="3132125"/>
            <a:ext cx="1849800" cy="1770300"/>
          </a:xfrm>
          <a:prstGeom prst="rect">
            <a:avLst/>
          </a:prstGeom>
          <a:noFill/>
          <a:ln>
            <a:noFill/>
          </a:ln>
        </p:spPr>
      </p:sp>
      <p:sp>
        <p:nvSpPr>
          <p:cNvPr id="173" name="Google Shape;173;p6"/>
          <p:cNvSpPr/>
          <p:nvPr>
            <p:ph idx="3" type="pic"/>
          </p:nvPr>
        </p:nvSpPr>
        <p:spPr>
          <a:xfrm>
            <a:off x="5262525" y="228600"/>
            <a:ext cx="1865100" cy="1790100"/>
          </a:xfrm>
          <a:prstGeom prst="rect">
            <a:avLst/>
          </a:prstGeom>
          <a:noFill/>
          <a:ln>
            <a:noFill/>
          </a:ln>
        </p:spPr>
      </p:sp>
      <p:sp>
        <p:nvSpPr>
          <p:cNvPr id="174" name="Google Shape;174;p6"/>
          <p:cNvSpPr/>
          <p:nvPr>
            <p:ph idx="4" type="pic"/>
          </p:nvPr>
        </p:nvSpPr>
        <p:spPr>
          <a:xfrm>
            <a:off x="7281675" y="228600"/>
            <a:ext cx="1849800" cy="1790100"/>
          </a:xfrm>
          <a:prstGeom prst="rect">
            <a:avLst/>
          </a:prstGeom>
          <a:noFill/>
          <a:ln>
            <a:noFill/>
          </a:ln>
        </p:spPr>
      </p:sp>
      <p:sp>
        <p:nvSpPr>
          <p:cNvPr id="175" name="Google Shape;175;p6"/>
          <p:cNvSpPr txBox="1"/>
          <p:nvPr>
            <p:ph idx="1" type="subTitle"/>
          </p:nvPr>
        </p:nvSpPr>
        <p:spPr>
          <a:xfrm>
            <a:off x="5262525" y="2153019"/>
            <a:ext cx="1566900" cy="480900"/>
          </a:xfrm>
          <a:prstGeom prst="rect">
            <a:avLst/>
          </a:prstGeom>
        </p:spPr>
        <p:txBody>
          <a:bodyPr anchorCtr="0" anchor="t" bIns="91425" lIns="0" spcFirstLastPara="1" rIns="91425" wrap="square" tIns="0">
            <a:noAutofit/>
          </a:bodyPr>
          <a:lstStyle>
            <a:lvl1pPr lvl="0">
              <a:spcBef>
                <a:spcPts val="0"/>
              </a:spcBef>
              <a:spcAft>
                <a:spcPts val="0"/>
              </a:spcAft>
              <a:buClr>
                <a:schemeClr val="dk2"/>
              </a:buClr>
              <a:buSzPts val="1000"/>
              <a:buFont typeface="Sora"/>
              <a:buNone/>
              <a:defRPr sz="1000">
                <a:solidFill>
                  <a:schemeClr val="dk2"/>
                </a:solidFill>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176" name="Google Shape;176;p6"/>
          <p:cNvSpPr txBox="1"/>
          <p:nvPr>
            <p:ph idx="5" type="subTitle"/>
          </p:nvPr>
        </p:nvSpPr>
        <p:spPr>
          <a:xfrm>
            <a:off x="7281675" y="2153019"/>
            <a:ext cx="1566900" cy="480900"/>
          </a:xfrm>
          <a:prstGeom prst="rect">
            <a:avLst/>
          </a:prstGeom>
        </p:spPr>
        <p:txBody>
          <a:bodyPr anchorCtr="0" anchor="t" bIns="91425" lIns="0" spcFirstLastPara="1" rIns="91425" wrap="square" tIns="0">
            <a:noAutofit/>
          </a:bodyPr>
          <a:lstStyle>
            <a:lvl1pPr lvl="0">
              <a:spcBef>
                <a:spcPts val="0"/>
              </a:spcBef>
              <a:spcAft>
                <a:spcPts val="0"/>
              </a:spcAft>
              <a:buClr>
                <a:schemeClr val="dk2"/>
              </a:buClr>
              <a:buSzPts val="1000"/>
              <a:buFont typeface="Sora"/>
              <a:buNone/>
              <a:defRPr sz="1000">
                <a:solidFill>
                  <a:schemeClr val="dk2"/>
                </a:solidFill>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177" name="Google Shape;177;p6"/>
          <p:cNvSpPr txBox="1"/>
          <p:nvPr>
            <p:ph idx="6"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178" name="Google Shape;178;p6"/>
          <p:cNvSpPr txBox="1"/>
          <p:nvPr>
            <p:ph idx="7" type="title"/>
          </p:nvPr>
        </p:nvSpPr>
        <p:spPr>
          <a:xfrm>
            <a:off x="7420225" y="4723025"/>
            <a:ext cx="1583400" cy="189300"/>
          </a:xfrm>
          <a:prstGeom prst="rect">
            <a:avLst/>
          </a:prstGeom>
        </p:spPr>
        <p:txBody>
          <a:bodyPr anchorCtr="0" anchor="b" bIns="0" lIns="182875" spcFirstLastPara="1" rIns="91425" wrap="square" tIns="91425">
            <a:noAutofit/>
          </a:bodyPr>
          <a:lstStyle>
            <a:lvl1pPr lvl="0" algn="r">
              <a:spcBef>
                <a:spcPts val="0"/>
              </a:spcBef>
              <a:spcAft>
                <a:spcPts val="0"/>
              </a:spcAft>
              <a:buNone/>
              <a:defRPr sz="900">
                <a:solidFill>
                  <a:schemeClr val="dk2"/>
                </a:solidFill>
                <a:latin typeface="Sora"/>
                <a:ea typeface="Sora"/>
                <a:cs typeface="Sora"/>
                <a:sym typeface="Sora"/>
              </a:defRPr>
            </a:lvl1pPr>
            <a:lvl2pPr lvl="1"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
        <p:nvSpPr>
          <p:cNvPr id="179" name="Google Shape;179;p6"/>
          <p:cNvSpPr txBox="1"/>
          <p:nvPr>
            <p:ph idx="8" type="subTitle"/>
          </p:nvPr>
        </p:nvSpPr>
        <p:spPr>
          <a:xfrm>
            <a:off x="2216381" y="3132125"/>
            <a:ext cx="1566900" cy="480900"/>
          </a:xfrm>
          <a:prstGeom prst="rect">
            <a:avLst/>
          </a:prstGeom>
        </p:spPr>
        <p:txBody>
          <a:bodyPr anchorCtr="0" anchor="t" bIns="91425" lIns="0" spcFirstLastPara="1" rIns="91425" wrap="square" tIns="0">
            <a:noAutofit/>
          </a:bodyPr>
          <a:lstStyle>
            <a:lvl1pPr lvl="0">
              <a:spcBef>
                <a:spcPts val="0"/>
              </a:spcBef>
              <a:spcAft>
                <a:spcPts val="0"/>
              </a:spcAft>
              <a:buClr>
                <a:schemeClr val="dk2"/>
              </a:buClr>
              <a:buSzPts val="1000"/>
              <a:buFont typeface="Sora"/>
              <a:buNone/>
              <a:defRPr sz="1000">
                <a:solidFill>
                  <a:schemeClr val="dk2"/>
                </a:solidFill>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grpSp>
        <p:nvGrpSpPr>
          <p:cNvPr id="180" name="Google Shape;180;p6"/>
          <p:cNvGrpSpPr/>
          <p:nvPr/>
        </p:nvGrpSpPr>
        <p:grpSpPr>
          <a:xfrm>
            <a:off x="4308382" y="2704009"/>
            <a:ext cx="4833127" cy="2437045"/>
            <a:chOff x="4308382" y="2704009"/>
            <a:chExt cx="4833127" cy="2437045"/>
          </a:xfrm>
        </p:grpSpPr>
        <p:sp>
          <p:nvSpPr>
            <p:cNvPr id="181" name="Google Shape;181;p6"/>
            <p:cNvSpPr/>
            <p:nvPr/>
          </p:nvSpPr>
          <p:spPr>
            <a:xfrm>
              <a:off x="4308382" y="4487840"/>
              <a:ext cx="4833127" cy="653214"/>
            </a:xfrm>
            <a:custGeom>
              <a:rect b="b" l="l" r="r" t="t"/>
              <a:pathLst>
                <a:path extrusionOk="0" h="12128" w="89735">
                  <a:moveTo>
                    <a:pt x="6834" y="1"/>
                  </a:moveTo>
                  <a:lnTo>
                    <a:pt x="6030" y="336"/>
                  </a:lnTo>
                  <a:lnTo>
                    <a:pt x="5271" y="671"/>
                  </a:lnTo>
                  <a:lnTo>
                    <a:pt x="4556" y="1006"/>
                  </a:lnTo>
                  <a:lnTo>
                    <a:pt x="3887" y="1363"/>
                  </a:lnTo>
                  <a:lnTo>
                    <a:pt x="3284" y="1720"/>
                  </a:lnTo>
                  <a:lnTo>
                    <a:pt x="2703" y="2078"/>
                  </a:lnTo>
                  <a:lnTo>
                    <a:pt x="2212" y="2457"/>
                  </a:lnTo>
                  <a:lnTo>
                    <a:pt x="1743" y="2815"/>
                  </a:lnTo>
                  <a:lnTo>
                    <a:pt x="1341" y="3194"/>
                  </a:lnTo>
                  <a:lnTo>
                    <a:pt x="983" y="3574"/>
                  </a:lnTo>
                  <a:lnTo>
                    <a:pt x="693" y="3954"/>
                  </a:lnTo>
                  <a:lnTo>
                    <a:pt x="447" y="4333"/>
                  </a:lnTo>
                  <a:lnTo>
                    <a:pt x="246" y="4713"/>
                  </a:lnTo>
                  <a:lnTo>
                    <a:pt x="112" y="5093"/>
                  </a:lnTo>
                  <a:lnTo>
                    <a:pt x="68" y="5294"/>
                  </a:lnTo>
                  <a:lnTo>
                    <a:pt x="45" y="5495"/>
                  </a:lnTo>
                  <a:lnTo>
                    <a:pt x="23" y="5673"/>
                  </a:lnTo>
                  <a:lnTo>
                    <a:pt x="1" y="5874"/>
                  </a:lnTo>
                  <a:lnTo>
                    <a:pt x="23" y="6098"/>
                  </a:lnTo>
                  <a:lnTo>
                    <a:pt x="45" y="6299"/>
                  </a:lnTo>
                  <a:lnTo>
                    <a:pt x="90" y="6500"/>
                  </a:lnTo>
                  <a:lnTo>
                    <a:pt x="135" y="6723"/>
                  </a:lnTo>
                  <a:lnTo>
                    <a:pt x="202" y="6924"/>
                  </a:lnTo>
                  <a:lnTo>
                    <a:pt x="291" y="7125"/>
                  </a:lnTo>
                  <a:lnTo>
                    <a:pt x="403" y="7326"/>
                  </a:lnTo>
                  <a:lnTo>
                    <a:pt x="514" y="7527"/>
                  </a:lnTo>
                  <a:lnTo>
                    <a:pt x="782" y="7951"/>
                  </a:lnTo>
                  <a:lnTo>
                    <a:pt x="1140" y="8353"/>
                  </a:lnTo>
                  <a:lnTo>
                    <a:pt x="1542" y="8755"/>
                  </a:lnTo>
                  <a:lnTo>
                    <a:pt x="2011" y="9157"/>
                  </a:lnTo>
                  <a:lnTo>
                    <a:pt x="2524" y="9537"/>
                  </a:lnTo>
                  <a:lnTo>
                    <a:pt x="3105" y="9939"/>
                  </a:lnTo>
                  <a:lnTo>
                    <a:pt x="3753" y="10319"/>
                  </a:lnTo>
                  <a:lnTo>
                    <a:pt x="4445" y="10698"/>
                  </a:lnTo>
                  <a:lnTo>
                    <a:pt x="5204" y="11056"/>
                  </a:lnTo>
                  <a:lnTo>
                    <a:pt x="6030" y="11435"/>
                  </a:lnTo>
                  <a:lnTo>
                    <a:pt x="6901" y="11793"/>
                  </a:lnTo>
                  <a:lnTo>
                    <a:pt x="7839" y="12128"/>
                  </a:lnTo>
                  <a:lnTo>
                    <a:pt x="84799" y="12128"/>
                  </a:lnTo>
                  <a:lnTo>
                    <a:pt x="89734" y="9783"/>
                  </a:lnTo>
                  <a:lnTo>
                    <a:pt x="89734" y="1966"/>
                  </a:lnTo>
                  <a:lnTo>
                    <a:pt x="89310" y="1698"/>
                  </a:lnTo>
                  <a:lnTo>
                    <a:pt x="88886" y="1452"/>
                  </a:lnTo>
                  <a:lnTo>
                    <a:pt x="88439" y="1207"/>
                  </a:lnTo>
                  <a:lnTo>
                    <a:pt x="87948" y="961"/>
                  </a:lnTo>
                  <a:lnTo>
                    <a:pt x="86920" y="470"/>
                  </a:lnTo>
                  <a:lnTo>
                    <a:pt x="85781" y="1"/>
                  </a:lnTo>
                  <a:lnTo>
                    <a:pt x="84977" y="314"/>
                  </a:lnTo>
                  <a:lnTo>
                    <a:pt x="84106" y="604"/>
                  </a:lnTo>
                  <a:lnTo>
                    <a:pt x="83235" y="917"/>
                  </a:lnTo>
                  <a:lnTo>
                    <a:pt x="82297" y="1185"/>
                  </a:lnTo>
                  <a:lnTo>
                    <a:pt x="81359" y="1475"/>
                  </a:lnTo>
                  <a:lnTo>
                    <a:pt x="80355" y="1743"/>
                  </a:lnTo>
                  <a:lnTo>
                    <a:pt x="79350" y="2011"/>
                  </a:lnTo>
                  <a:lnTo>
                    <a:pt x="78300" y="2256"/>
                  </a:lnTo>
                  <a:lnTo>
                    <a:pt x="77228" y="2502"/>
                  </a:lnTo>
                  <a:lnTo>
                    <a:pt x="76111" y="2725"/>
                  </a:lnTo>
                  <a:lnTo>
                    <a:pt x="74972" y="2971"/>
                  </a:lnTo>
                  <a:lnTo>
                    <a:pt x="73811" y="3172"/>
                  </a:lnTo>
                  <a:lnTo>
                    <a:pt x="72627" y="3395"/>
                  </a:lnTo>
                  <a:lnTo>
                    <a:pt x="71421" y="3574"/>
                  </a:lnTo>
                  <a:lnTo>
                    <a:pt x="68920" y="3954"/>
                  </a:lnTo>
                  <a:lnTo>
                    <a:pt x="66329" y="4266"/>
                  </a:lnTo>
                  <a:lnTo>
                    <a:pt x="63672" y="4557"/>
                  </a:lnTo>
                  <a:lnTo>
                    <a:pt x="60925" y="4802"/>
                  </a:lnTo>
                  <a:lnTo>
                    <a:pt x="58111" y="5003"/>
                  </a:lnTo>
                  <a:lnTo>
                    <a:pt x="55230" y="5160"/>
                  </a:lnTo>
                  <a:lnTo>
                    <a:pt x="52304" y="5271"/>
                  </a:lnTo>
                  <a:lnTo>
                    <a:pt x="49334" y="5361"/>
                  </a:lnTo>
                  <a:lnTo>
                    <a:pt x="46319" y="5383"/>
                  </a:lnTo>
                  <a:lnTo>
                    <a:pt x="43282" y="5361"/>
                  </a:lnTo>
                  <a:lnTo>
                    <a:pt x="40312" y="5271"/>
                  </a:lnTo>
                  <a:lnTo>
                    <a:pt x="37386" y="5160"/>
                  </a:lnTo>
                  <a:lnTo>
                    <a:pt x="34505" y="5003"/>
                  </a:lnTo>
                  <a:lnTo>
                    <a:pt x="31691" y="4802"/>
                  </a:lnTo>
                  <a:lnTo>
                    <a:pt x="28944" y="4557"/>
                  </a:lnTo>
                  <a:lnTo>
                    <a:pt x="26286" y="4266"/>
                  </a:lnTo>
                  <a:lnTo>
                    <a:pt x="23696" y="3954"/>
                  </a:lnTo>
                  <a:lnTo>
                    <a:pt x="21195" y="3574"/>
                  </a:lnTo>
                  <a:lnTo>
                    <a:pt x="19989" y="3395"/>
                  </a:lnTo>
                  <a:lnTo>
                    <a:pt x="18805" y="3172"/>
                  </a:lnTo>
                  <a:lnTo>
                    <a:pt x="17644" y="2971"/>
                  </a:lnTo>
                  <a:lnTo>
                    <a:pt x="16505" y="2725"/>
                  </a:lnTo>
                  <a:lnTo>
                    <a:pt x="15410" y="2502"/>
                  </a:lnTo>
                  <a:lnTo>
                    <a:pt x="14316" y="2256"/>
                  </a:lnTo>
                  <a:lnTo>
                    <a:pt x="13266" y="2011"/>
                  </a:lnTo>
                  <a:lnTo>
                    <a:pt x="12261" y="1743"/>
                  </a:lnTo>
                  <a:lnTo>
                    <a:pt x="11279" y="1475"/>
                  </a:lnTo>
                  <a:lnTo>
                    <a:pt x="10318" y="1185"/>
                  </a:lnTo>
                  <a:lnTo>
                    <a:pt x="9403" y="917"/>
                  </a:lnTo>
                  <a:lnTo>
                    <a:pt x="8509" y="604"/>
                  </a:lnTo>
                  <a:lnTo>
                    <a:pt x="7661" y="314"/>
                  </a:lnTo>
                  <a:lnTo>
                    <a:pt x="6834" y="1"/>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182" name="Google Shape;182;p6"/>
            <p:cNvSpPr/>
            <p:nvPr/>
          </p:nvSpPr>
          <p:spPr>
            <a:xfrm>
              <a:off x="4308382" y="3740892"/>
              <a:ext cx="4833127" cy="741006"/>
            </a:xfrm>
            <a:custGeom>
              <a:rect b="b" l="l" r="r" t="t"/>
              <a:pathLst>
                <a:path extrusionOk="0" h="13758" w="89735">
                  <a:moveTo>
                    <a:pt x="13289" y="0"/>
                  </a:moveTo>
                  <a:lnTo>
                    <a:pt x="11725" y="402"/>
                  </a:lnTo>
                  <a:lnTo>
                    <a:pt x="10251" y="826"/>
                  </a:lnTo>
                  <a:lnTo>
                    <a:pt x="8889" y="1251"/>
                  </a:lnTo>
                  <a:lnTo>
                    <a:pt x="7594" y="1697"/>
                  </a:lnTo>
                  <a:lnTo>
                    <a:pt x="6410" y="2166"/>
                  </a:lnTo>
                  <a:lnTo>
                    <a:pt x="5316" y="2635"/>
                  </a:lnTo>
                  <a:lnTo>
                    <a:pt x="4333" y="3127"/>
                  </a:lnTo>
                  <a:lnTo>
                    <a:pt x="3864" y="3372"/>
                  </a:lnTo>
                  <a:lnTo>
                    <a:pt x="3440" y="3618"/>
                  </a:lnTo>
                  <a:lnTo>
                    <a:pt x="3038" y="3886"/>
                  </a:lnTo>
                  <a:lnTo>
                    <a:pt x="2636" y="4132"/>
                  </a:lnTo>
                  <a:lnTo>
                    <a:pt x="2279" y="4377"/>
                  </a:lnTo>
                  <a:lnTo>
                    <a:pt x="1944" y="4645"/>
                  </a:lnTo>
                  <a:lnTo>
                    <a:pt x="1653" y="4913"/>
                  </a:lnTo>
                  <a:lnTo>
                    <a:pt x="1363" y="5159"/>
                  </a:lnTo>
                  <a:lnTo>
                    <a:pt x="1117" y="5427"/>
                  </a:lnTo>
                  <a:lnTo>
                    <a:pt x="872" y="5695"/>
                  </a:lnTo>
                  <a:lnTo>
                    <a:pt x="671" y="5963"/>
                  </a:lnTo>
                  <a:lnTo>
                    <a:pt x="492" y="6231"/>
                  </a:lnTo>
                  <a:lnTo>
                    <a:pt x="358" y="6499"/>
                  </a:lnTo>
                  <a:lnTo>
                    <a:pt x="224" y="6789"/>
                  </a:lnTo>
                  <a:lnTo>
                    <a:pt x="135" y="7057"/>
                  </a:lnTo>
                  <a:lnTo>
                    <a:pt x="68" y="7325"/>
                  </a:lnTo>
                  <a:lnTo>
                    <a:pt x="23" y="7616"/>
                  </a:lnTo>
                  <a:lnTo>
                    <a:pt x="1" y="7884"/>
                  </a:lnTo>
                  <a:lnTo>
                    <a:pt x="23" y="8085"/>
                  </a:lnTo>
                  <a:lnTo>
                    <a:pt x="45" y="8263"/>
                  </a:lnTo>
                  <a:lnTo>
                    <a:pt x="68" y="8464"/>
                  </a:lnTo>
                  <a:lnTo>
                    <a:pt x="112" y="8665"/>
                  </a:lnTo>
                  <a:lnTo>
                    <a:pt x="246" y="9045"/>
                  </a:lnTo>
                  <a:lnTo>
                    <a:pt x="447" y="9425"/>
                  </a:lnTo>
                  <a:lnTo>
                    <a:pt x="693" y="9804"/>
                  </a:lnTo>
                  <a:lnTo>
                    <a:pt x="983" y="10184"/>
                  </a:lnTo>
                  <a:lnTo>
                    <a:pt x="1341" y="10564"/>
                  </a:lnTo>
                  <a:lnTo>
                    <a:pt x="1743" y="10943"/>
                  </a:lnTo>
                  <a:lnTo>
                    <a:pt x="2212" y="11301"/>
                  </a:lnTo>
                  <a:lnTo>
                    <a:pt x="2703" y="11680"/>
                  </a:lnTo>
                  <a:lnTo>
                    <a:pt x="3284" y="12038"/>
                  </a:lnTo>
                  <a:lnTo>
                    <a:pt x="3887" y="12395"/>
                  </a:lnTo>
                  <a:lnTo>
                    <a:pt x="4556" y="12752"/>
                  </a:lnTo>
                  <a:lnTo>
                    <a:pt x="5271" y="13087"/>
                  </a:lnTo>
                  <a:lnTo>
                    <a:pt x="6030" y="13422"/>
                  </a:lnTo>
                  <a:lnTo>
                    <a:pt x="6834" y="13757"/>
                  </a:lnTo>
                  <a:lnTo>
                    <a:pt x="7661" y="13445"/>
                  </a:lnTo>
                  <a:lnTo>
                    <a:pt x="8509" y="13154"/>
                  </a:lnTo>
                  <a:lnTo>
                    <a:pt x="9403" y="12864"/>
                  </a:lnTo>
                  <a:lnTo>
                    <a:pt x="10318" y="12574"/>
                  </a:lnTo>
                  <a:lnTo>
                    <a:pt x="11279" y="12283"/>
                  </a:lnTo>
                  <a:lnTo>
                    <a:pt x="12261" y="12015"/>
                  </a:lnTo>
                  <a:lnTo>
                    <a:pt x="13266" y="11747"/>
                  </a:lnTo>
                  <a:lnTo>
                    <a:pt x="14316" y="11502"/>
                  </a:lnTo>
                  <a:lnTo>
                    <a:pt x="15410" y="11256"/>
                  </a:lnTo>
                  <a:lnTo>
                    <a:pt x="16505" y="11033"/>
                  </a:lnTo>
                  <a:lnTo>
                    <a:pt x="17644" y="10809"/>
                  </a:lnTo>
                  <a:lnTo>
                    <a:pt x="18805" y="10586"/>
                  </a:lnTo>
                  <a:lnTo>
                    <a:pt x="19989" y="10385"/>
                  </a:lnTo>
                  <a:lnTo>
                    <a:pt x="21195" y="10184"/>
                  </a:lnTo>
                  <a:lnTo>
                    <a:pt x="23696" y="9804"/>
                  </a:lnTo>
                  <a:lnTo>
                    <a:pt x="26286" y="9492"/>
                  </a:lnTo>
                  <a:lnTo>
                    <a:pt x="28944" y="9201"/>
                  </a:lnTo>
                  <a:lnTo>
                    <a:pt x="31691" y="8956"/>
                  </a:lnTo>
                  <a:lnTo>
                    <a:pt x="34505" y="8755"/>
                  </a:lnTo>
                  <a:lnTo>
                    <a:pt x="37386" y="8598"/>
                  </a:lnTo>
                  <a:lnTo>
                    <a:pt x="40312" y="8487"/>
                  </a:lnTo>
                  <a:lnTo>
                    <a:pt x="43282" y="8420"/>
                  </a:lnTo>
                  <a:lnTo>
                    <a:pt x="46319" y="8397"/>
                  </a:lnTo>
                  <a:lnTo>
                    <a:pt x="49334" y="8420"/>
                  </a:lnTo>
                  <a:lnTo>
                    <a:pt x="52304" y="8487"/>
                  </a:lnTo>
                  <a:lnTo>
                    <a:pt x="55230" y="8598"/>
                  </a:lnTo>
                  <a:lnTo>
                    <a:pt x="58111" y="8755"/>
                  </a:lnTo>
                  <a:lnTo>
                    <a:pt x="60925" y="8956"/>
                  </a:lnTo>
                  <a:lnTo>
                    <a:pt x="63672" y="9201"/>
                  </a:lnTo>
                  <a:lnTo>
                    <a:pt x="66329" y="9492"/>
                  </a:lnTo>
                  <a:lnTo>
                    <a:pt x="68920" y="9804"/>
                  </a:lnTo>
                  <a:lnTo>
                    <a:pt x="71421" y="10184"/>
                  </a:lnTo>
                  <a:lnTo>
                    <a:pt x="72627" y="10385"/>
                  </a:lnTo>
                  <a:lnTo>
                    <a:pt x="73811" y="10586"/>
                  </a:lnTo>
                  <a:lnTo>
                    <a:pt x="74972" y="10809"/>
                  </a:lnTo>
                  <a:lnTo>
                    <a:pt x="76111" y="11033"/>
                  </a:lnTo>
                  <a:lnTo>
                    <a:pt x="77228" y="11256"/>
                  </a:lnTo>
                  <a:lnTo>
                    <a:pt x="78300" y="11502"/>
                  </a:lnTo>
                  <a:lnTo>
                    <a:pt x="79350" y="11747"/>
                  </a:lnTo>
                  <a:lnTo>
                    <a:pt x="80355" y="12015"/>
                  </a:lnTo>
                  <a:lnTo>
                    <a:pt x="81359" y="12283"/>
                  </a:lnTo>
                  <a:lnTo>
                    <a:pt x="82297" y="12574"/>
                  </a:lnTo>
                  <a:lnTo>
                    <a:pt x="83235" y="12864"/>
                  </a:lnTo>
                  <a:lnTo>
                    <a:pt x="84106" y="13154"/>
                  </a:lnTo>
                  <a:lnTo>
                    <a:pt x="84977" y="13445"/>
                  </a:lnTo>
                  <a:lnTo>
                    <a:pt x="85781" y="13757"/>
                  </a:lnTo>
                  <a:lnTo>
                    <a:pt x="86920" y="13288"/>
                  </a:lnTo>
                  <a:lnTo>
                    <a:pt x="87948" y="12797"/>
                  </a:lnTo>
                  <a:lnTo>
                    <a:pt x="88439" y="12551"/>
                  </a:lnTo>
                  <a:lnTo>
                    <a:pt x="88886" y="12306"/>
                  </a:lnTo>
                  <a:lnTo>
                    <a:pt x="89310" y="12060"/>
                  </a:lnTo>
                  <a:lnTo>
                    <a:pt x="89734" y="11792"/>
                  </a:lnTo>
                  <a:lnTo>
                    <a:pt x="89734" y="3975"/>
                  </a:lnTo>
                  <a:lnTo>
                    <a:pt x="89288" y="3685"/>
                  </a:lnTo>
                  <a:lnTo>
                    <a:pt x="88819" y="3417"/>
                  </a:lnTo>
                  <a:lnTo>
                    <a:pt x="88305" y="3149"/>
                  </a:lnTo>
                  <a:lnTo>
                    <a:pt x="87791" y="2881"/>
                  </a:lnTo>
                  <a:lnTo>
                    <a:pt x="87233" y="2613"/>
                  </a:lnTo>
                  <a:lnTo>
                    <a:pt x="86652" y="2367"/>
                  </a:lnTo>
                  <a:lnTo>
                    <a:pt x="86049" y="2099"/>
                  </a:lnTo>
                  <a:lnTo>
                    <a:pt x="85402" y="1854"/>
                  </a:lnTo>
                  <a:lnTo>
                    <a:pt x="84039" y="1362"/>
                  </a:lnTo>
                  <a:lnTo>
                    <a:pt x="82588" y="893"/>
                  </a:lnTo>
                  <a:lnTo>
                    <a:pt x="81002" y="424"/>
                  </a:lnTo>
                  <a:lnTo>
                    <a:pt x="79327" y="0"/>
                  </a:lnTo>
                  <a:lnTo>
                    <a:pt x="77652" y="380"/>
                  </a:lnTo>
                  <a:lnTo>
                    <a:pt x="75910" y="759"/>
                  </a:lnTo>
                  <a:lnTo>
                    <a:pt x="74101" y="1117"/>
                  </a:lnTo>
                  <a:lnTo>
                    <a:pt x="72225" y="1429"/>
                  </a:lnTo>
                  <a:lnTo>
                    <a:pt x="70305" y="1742"/>
                  </a:lnTo>
                  <a:lnTo>
                    <a:pt x="68317" y="2010"/>
                  </a:lnTo>
                  <a:lnTo>
                    <a:pt x="66307" y="2278"/>
                  </a:lnTo>
                  <a:lnTo>
                    <a:pt x="64230" y="2501"/>
                  </a:lnTo>
                  <a:lnTo>
                    <a:pt x="62108" y="2702"/>
                  </a:lnTo>
                  <a:lnTo>
                    <a:pt x="59942" y="2881"/>
                  </a:lnTo>
                  <a:lnTo>
                    <a:pt x="57754" y="3015"/>
                  </a:lnTo>
                  <a:lnTo>
                    <a:pt x="55520" y="3149"/>
                  </a:lnTo>
                  <a:lnTo>
                    <a:pt x="53242" y="3238"/>
                  </a:lnTo>
                  <a:lnTo>
                    <a:pt x="50964" y="3305"/>
                  </a:lnTo>
                  <a:lnTo>
                    <a:pt x="48642" y="3350"/>
                  </a:lnTo>
                  <a:lnTo>
                    <a:pt x="46319" y="3372"/>
                  </a:lnTo>
                  <a:lnTo>
                    <a:pt x="43974" y="3350"/>
                  </a:lnTo>
                  <a:lnTo>
                    <a:pt x="41652" y="3305"/>
                  </a:lnTo>
                  <a:lnTo>
                    <a:pt x="39374" y="3238"/>
                  </a:lnTo>
                  <a:lnTo>
                    <a:pt x="37096" y="3149"/>
                  </a:lnTo>
                  <a:lnTo>
                    <a:pt x="34885" y="3015"/>
                  </a:lnTo>
                  <a:lnTo>
                    <a:pt x="32674" y="2881"/>
                  </a:lnTo>
                  <a:lnTo>
                    <a:pt x="30507" y="2702"/>
                  </a:lnTo>
                  <a:lnTo>
                    <a:pt x="28408" y="2501"/>
                  </a:lnTo>
                  <a:lnTo>
                    <a:pt x="26331" y="2278"/>
                  </a:lnTo>
                  <a:lnTo>
                    <a:pt x="24299" y="2010"/>
                  </a:lnTo>
                  <a:lnTo>
                    <a:pt x="22311" y="1742"/>
                  </a:lnTo>
                  <a:lnTo>
                    <a:pt x="20391" y="1429"/>
                  </a:lnTo>
                  <a:lnTo>
                    <a:pt x="18515" y="1117"/>
                  </a:lnTo>
                  <a:lnTo>
                    <a:pt x="16706" y="759"/>
                  </a:lnTo>
                  <a:lnTo>
                    <a:pt x="14964" y="380"/>
                  </a:lnTo>
                  <a:lnTo>
                    <a:pt x="13289" y="0"/>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183" name="Google Shape;183;p6"/>
            <p:cNvSpPr/>
            <p:nvPr/>
          </p:nvSpPr>
          <p:spPr>
            <a:xfrm>
              <a:off x="4308382" y="2704009"/>
              <a:ext cx="4833127" cy="1032065"/>
            </a:xfrm>
            <a:custGeom>
              <a:rect b="b" l="l" r="r" t="t"/>
              <a:pathLst>
                <a:path extrusionOk="0" h="19162" w="89735">
                  <a:moveTo>
                    <a:pt x="43929" y="0"/>
                  </a:moveTo>
                  <a:lnTo>
                    <a:pt x="41585" y="45"/>
                  </a:lnTo>
                  <a:lnTo>
                    <a:pt x="39262" y="134"/>
                  </a:lnTo>
                  <a:lnTo>
                    <a:pt x="36984" y="224"/>
                  </a:lnTo>
                  <a:lnTo>
                    <a:pt x="34751" y="358"/>
                  </a:lnTo>
                  <a:lnTo>
                    <a:pt x="32562" y="492"/>
                  </a:lnTo>
                  <a:lnTo>
                    <a:pt x="30396" y="670"/>
                  </a:lnTo>
                  <a:lnTo>
                    <a:pt x="28296" y="871"/>
                  </a:lnTo>
                  <a:lnTo>
                    <a:pt x="26264" y="1117"/>
                  </a:lnTo>
                  <a:lnTo>
                    <a:pt x="24254" y="1363"/>
                  </a:lnTo>
                  <a:lnTo>
                    <a:pt x="22311" y="1631"/>
                  </a:lnTo>
                  <a:lnTo>
                    <a:pt x="20435" y="1921"/>
                  </a:lnTo>
                  <a:lnTo>
                    <a:pt x="18626" y="2233"/>
                  </a:lnTo>
                  <a:lnTo>
                    <a:pt x="16884" y="2568"/>
                  </a:lnTo>
                  <a:lnTo>
                    <a:pt x="15187" y="2926"/>
                  </a:lnTo>
                  <a:lnTo>
                    <a:pt x="13579" y="3305"/>
                  </a:lnTo>
                  <a:lnTo>
                    <a:pt x="12060" y="3685"/>
                  </a:lnTo>
                  <a:lnTo>
                    <a:pt x="10586" y="4087"/>
                  </a:lnTo>
                  <a:lnTo>
                    <a:pt x="9224" y="4534"/>
                  </a:lnTo>
                  <a:lnTo>
                    <a:pt x="7929" y="4958"/>
                  </a:lnTo>
                  <a:lnTo>
                    <a:pt x="6723" y="5427"/>
                  </a:lnTo>
                  <a:lnTo>
                    <a:pt x="5606" y="5896"/>
                  </a:lnTo>
                  <a:lnTo>
                    <a:pt x="4579" y="6387"/>
                  </a:lnTo>
                  <a:lnTo>
                    <a:pt x="4110" y="6633"/>
                  </a:lnTo>
                  <a:lnTo>
                    <a:pt x="3663" y="6879"/>
                  </a:lnTo>
                  <a:lnTo>
                    <a:pt x="3217" y="7124"/>
                  </a:lnTo>
                  <a:lnTo>
                    <a:pt x="2815" y="7392"/>
                  </a:lnTo>
                  <a:lnTo>
                    <a:pt x="2435" y="7660"/>
                  </a:lnTo>
                  <a:lnTo>
                    <a:pt x="2100" y="7906"/>
                  </a:lnTo>
                  <a:lnTo>
                    <a:pt x="1765" y="8174"/>
                  </a:lnTo>
                  <a:lnTo>
                    <a:pt x="1475" y="8442"/>
                  </a:lnTo>
                  <a:lnTo>
                    <a:pt x="1207" y="8710"/>
                  </a:lnTo>
                  <a:lnTo>
                    <a:pt x="961" y="9000"/>
                  </a:lnTo>
                  <a:lnTo>
                    <a:pt x="738" y="9268"/>
                  </a:lnTo>
                  <a:lnTo>
                    <a:pt x="537" y="9559"/>
                  </a:lnTo>
                  <a:lnTo>
                    <a:pt x="380" y="9827"/>
                  </a:lnTo>
                  <a:lnTo>
                    <a:pt x="246" y="10117"/>
                  </a:lnTo>
                  <a:lnTo>
                    <a:pt x="135" y="10385"/>
                  </a:lnTo>
                  <a:lnTo>
                    <a:pt x="68" y="10675"/>
                  </a:lnTo>
                  <a:lnTo>
                    <a:pt x="23" y="10966"/>
                  </a:lnTo>
                  <a:lnTo>
                    <a:pt x="1" y="11256"/>
                  </a:lnTo>
                  <a:lnTo>
                    <a:pt x="23" y="11546"/>
                  </a:lnTo>
                  <a:lnTo>
                    <a:pt x="68" y="11814"/>
                  </a:lnTo>
                  <a:lnTo>
                    <a:pt x="135" y="12082"/>
                  </a:lnTo>
                  <a:lnTo>
                    <a:pt x="224" y="12373"/>
                  </a:lnTo>
                  <a:lnTo>
                    <a:pt x="358" y="12641"/>
                  </a:lnTo>
                  <a:lnTo>
                    <a:pt x="492" y="12909"/>
                  </a:lnTo>
                  <a:lnTo>
                    <a:pt x="671" y="13177"/>
                  </a:lnTo>
                  <a:lnTo>
                    <a:pt x="872" y="13445"/>
                  </a:lnTo>
                  <a:lnTo>
                    <a:pt x="1117" y="13713"/>
                  </a:lnTo>
                  <a:lnTo>
                    <a:pt x="1363" y="13981"/>
                  </a:lnTo>
                  <a:lnTo>
                    <a:pt x="1653" y="14249"/>
                  </a:lnTo>
                  <a:lnTo>
                    <a:pt x="1944" y="14494"/>
                  </a:lnTo>
                  <a:lnTo>
                    <a:pt x="2279" y="14762"/>
                  </a:lnTo>
                  <a:lnTo>
                    <a:pt x="2636" y="15008"/>
                  </a:lnTo>
                  <a:lnTo>
                    <a:pt x="3038" y="15276"/>
                  </a:lnTo>
                  <a:lnTo>
                    <a:pt x="3440" y="15522"/>
                  </a:lnTo>
                  <a:lnTo>
                    <a:pt x="3864" y="15767"/>
                  </a:lnTo>
                  <a:lnTo>
                    <a:pt x="4333" y="16013"/>
                  </a:lnTo>
                  <a:lnTo>
                    <a:pt x="5316" y="16504"/>
                  </a:lnTo>
                  <a:lnTo>
                    <a:pt x="6410" y="16973"/>
                  </a:lnTo>
                  <a:lnTo>
                    <a:pt x="7594" y="17442"/>
                  </a:lnTo>
                  <a:lnTo>
                    <a:pt x="8889" y="17889"/>
                  </a:lnTo>
                  <a:lnTo>
                    <a:pt x="10251" y="18335"/>
                  </a:lnTo>
                  <a:lnTo>
                    <a:pt x="11725" y="18737"/>
                  </a:lnTo>
                  <a:lnTo>
                    <a:pt x="13289" y="19162"/>
                  </a:lnTo>
                  <a:lnTo>
                    <a:pt x="14964" y="18760"/>
                  </a:lnTo>
                  <a:lnTo>
                    <a:pt x="16706" y="18380"/>
                  </a:lnTo>
                  <a:lnTo>
                    <a:pt x="18515" y="18023"/>
                  </a:lnTo>
                  <a:lnTo>
                    <a:pt x="20391" y="17710"/>
                  </a:lnTo>
                  <a:lnTo>
                    <a:pt x="22311" y="17398"/>
                  </a:lnTo>
                  <a:lnTo>
                    <a:pt x="24299" y="17130"/>
                  </a:lnTo>
                  <a:lnTo>
                    <a:pt x="26331" y="16884"/>
                  </a:lnTo>
                  <a:lnTo>
                    <a:pt x="28408" y="16638"/>
                  </a:lnTo>
                  <a:lnTo>
                    <a:pt x="30507" y="16437"/>
                  </a:lnTo>
                  <a:lnTo>
                    <a:pt x="32674" y="16281"/>
                  </a:lnTo>
                  <a:lnTo>
                    <a:pt x="34885" y="16125"/>
                  </a:lnTo>
                  <a:lnTo>
                    <a:pt x="37096" y="15991"/>
                  </a:lnTo>
                  <a:lnTo>
                    <a:pt x="39374" y="15901"/>
                  </a:lnTo>
                  <a:lnTo>
                    <a:pt x="41652" y="15834"/>
                  </a:lnTo>
                  <a:lnTo>
                    <a:pt x="43974" y="15790"/>
                  </a:lnTo>
                  <a:lnTo>
                    <a:pt x="46319" y="15767"/>
                  </a:lnTo>
                  <a:lnTo>
                    <a:pt x="48642" y="15790"/>
                  </a:lnTo>
                  <a:lnTo>
                    <a:pt x="50964" y="15834"/>
                  </a:lnTo>
                  <a:lnTo>
                    <a:pt x="53242" y="15901"/>
                  </a:lnTo>
                  <a:lnTo>
                    <a:pt x="55520" y="15991"/>
                  </a:lnTo>
                  <a:lnTo>
                    <a:pt x="57754" y="16125"/>
                  </a:lnTo>
                  <a:lnTo>
                    <a:pt x="59942" y="16281"/>
                  </a:lnTo>
                  <a:lnTo>
                    <a:pt x="62108" y="16437"/>
                  </a:lnTo>
                  <a:lnTo>
                    <a:pt x="64230" y="16638"/>
                  </a:lnTo>
                  <a:lnTo>
                    <a:pt x="66307" y="16884"/>
                  </a:lnTo>
                  <a:lnTo>
                    <a:pt x="68317" y="17130"/>
                  </a:lnTo>
                  <a:lnTo>
                    <a:pt x="70305" y="17398"/>
                  </a:lnTo>
                  <a:lnTo>
                    <a:pt x="72225" y="17710"/>
                  </a:lnTo>
                  <a:lnTo>
                    <a:pt x="74101" y="18023"/>
                  </a:lnTo>
                  <a:lnTo>
                    <a:pt x="75910" y="18380"/>
                  </a:lnTo>
                  <a:lnTo>
                    <a:pt x="77652" y="18760"/>
                  </a:lnTo>
                  <a:lnTo>
                    <a:pt x="79327" y="19162"/>
                  </a:lnTo>
                  <a:lnTo>
                    <a:pt x="81002" y="18715"/>
                  </a:lnTo>
                  <a:lnTo>
                    <a:pt x="82588" y="18269"/>
                  </a:lnTo>
                  <a:lnTo>
                    <a:pt x="84039" y="17777"/>
                  </a:lnTo>
                  <a:lnTo>
                    <a:pt x="85402" y="17286"/>
                  </a:lnTo>
                  <a:lnTo>
                    <a:pt x="86049" y="17040"/>
                  </a:lnTo>
                  <a:lnTo>
                    <a:pt x="86652" y="16795"/>
                  </a:lnTo>
                  <a:lnTo>
                    <a:pt x="87233" y="16527"/>
                  </a:lnTo>
                  <a:lnTo>
                    <a:pt x="87791" y="16259"/>
                  </a:lnTo>
                  <a:lnTo>
                    <a:pt x="88305" y="15991"/>
                  </a:lnTo>
                  <a:lnTo>
                    <a:pt x="88819" y="15723"/>
                  </a:lnTo>
                  <a:lnTo>
                    <a:pt x="89288" y="15455"/>
                  </a:lnTo>
                  <a:lnTo>
                    <a:pt x="89734" y="15187"/>
                  </a:lnTo>
                  <a:lnTo>
                    <a:pt x="89734" y="7348"/>
                  </a:lnTo>
                  <a:lnTo>
                    <a:pt x="89087" y="6946"/>
                  </a:lnTo>
                  <a:lnTo>
                    <a:pt x="88394" y="6566"/>
                  </a:lnTo>
                  <a:lnTo>
                    <a:pt x="87635" y="6186"/>
                  </a:lnTo>
                  <a:lnTo>
                    <a:pt x="86809" y="5807"/>
                  </a:lnTo>
                  <a:lnTo>
                    <a:pt x="85960" y="5449"/>
                  </a:lnTo>
                  <a:lnTo>
                    <a:pt x="85022" y="5092"/>
                  </a:lnTo>
                  <a:lnTo>
                    <a:pt x="84062" y="4735"/>
                  </a:lnTo>
                  <a:lnTo>
                    <a:pt x="83034" y="4400"/>
                  </a:lnTo>
                  <a:lnTo>
                    <a:pt x="81962" y="4065"/>
                  </a:lnTo>
                  <a:lnTo>
                    <a:pt x="80824" y="3752"/>
                  </a:lnTo>
                  <a:lnTo>
                    <a:pt x="79640" y="3439"/>
                  </a:lnTo>
                  <a:lnTo>
                    <a:pt x="78412" y="3149"/>
                  </a:lnTo>
                  <a:lnTo>
                    <a:pt x="77139" y="2859"/>
                  </a:lnTo>
                  <a:lnTo>
                    <a:pt x="75821" y="2591"/>
                  </a:lnTo>
                  <a:lnTo>
                    <a:pt x="74459" y="2323"/>
                  </a:lnTo>
                  <a:lnTo>
                    <a:pt x="73052" y="2055"/>
                  </a:lnTo>
                  <a:lnTo>
                    <a:pt x="71555" y="1809"/>
                  </a:lnTo>
                  <a:lnTo>
                    <a:pt x="70037" y="1586"/>
                  </a:lnTo>
                  <a:lnTo>
                    <a:pt x="68496" y="1363"/>
                  </a:lnTo>
                  <a:lnTo>
                    <a:pt x="66910" y="1162"/>
                  </a:lnTo>
                  <a:lnTo>
                    <a:pt x="65302" y="983"/>
                  </a:lnTo>
                  <a:lnTo>
                    <a:pt x="63672" y="804"/>
                  </a:lnTo>
                  <a:lnTo>
                    <a:pt x="62019" y="670"/>
                  </a:lnTo>
                  <a:lnTo>
                    <a:pt x="60344" y="514"/>
                  </a:lnTo>
                  <a:lnTo>
                    <a:pt x="58647" y="402"/>
                  </a:lnTo>
                  <a:lnTo>
                    <a:pt x="56950" y="291"/>
                  </a:lnTo>
                  <a:lnTo>
                    <a:pt x="55208" y="201"/>
                  </a:lnTo>
                  <a:lnTo>
                    <a:pt x="53443" y="134"/>
                  </a:lnTo>
                  <a:lnTo>
                    <a:pt x="51679" y="67"/>
                  </a:lnTo>
                  <a:lnTo>
                    <a:pt x="49915" y="23"/>
                  </a:lnTo>
                  <a:lnTo>
                    <a:pt x="48106" y="0"/>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Alt 1">
  <p:cSld name="BLANK_1_1_1_1_1_1_1">
    <p:spTree>
      <p:nvGrpSpPr>
        <p:cNvPr id="184" name="Shape 184"/>
        <p:cNvGrpSpPr/>
        <p:nvPr/>
      </p:nvGrpSpPr>
      <p:grpSpPr>
        <a:xfrm>
          <a:off x="0" y="0"/>
          <a:ext cx="0" cy="0"/>
          <a:chOff x="0" y="0"/>
          <a:chExt cx="0" cy="0"/>
        </a:xfrm>
      </p:grpSpPr>
      <p:sp>
        <p:nvSpPr>
          <p:cNvPr id="185" name="Google Shape;185;p7"/>
          <p:cNvSpPr/>
          <p:nvPr/>
        </p:nvSpPr>
        <p:spPr>
          <a:xfrm>
            <a:off x="6519500" y="2216800"/>
            <a:ext cx="4728600" cy="1604700"/>
          </a:xfrm>
          <a:prstGeom prst="chord">
            <a:avLst>
              <a:gd fmla="val 4346562" name="adj1"/>
              <a:gd fmla="val 17254322"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86" name="Google Shape;186;p7"/>
          <p:cNvSpPr/>
          <p:nvPr/>
        </p:nvSpPr>
        <p:spPr>
          <a:xfrm rot="1800032">
            <a:off x="6670150" y="2309109"/>
            <a:ext cx="4728524" cy="1869582"/>
          </a:xfrm>
          <a:prstGeom prst="chord">
            <a:avLst>
              <a:gd fmla="val 3282930" name="adj1"/>
              <a:gd fmla="val 14744228"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87" name="Google Shape;187;p7"/>
          <p:cNvSpPr/>
          <p:nvPr/>
        </p:nvSpPr>
        <p:spPr>
          <a:xfrm>
            <a:off x="6008850" y="3120100"/>
            <a:ext cx="3135148" cy="2023395"/>
          </a:xfrm>
          <a:custGeom>
            <a:rect b="b" l="l" r="r" t="t"/>
            <a:pathLst>
              <a:path extrusionOk="0" h="29205" w="61561">
                <a:moveTo>
                  <a:pt x="61560" y="1"/>
                </a:moveTo>
                <a:lnTo>
                  <a:pt x="60172" y="120"/>
                </a:lnTo>
                <a:lnTo>
                  <a:pt x="58745" y="258"/>
                </a:lnTo>
                <a:lnTo>
                  <a:pt x="57318" y="417"/>
                </a:lnTo>
                <a:lnTo>
                  <a:pt x="55870" y="595"/>
                </a:lnTo>
                <a:lnTo>
                  <a:pt x="54403" y="814"/>
                </a:lnTo>
                <a:lnTo>
                  <a:pt x="52936" y="1051"/>
                </a:lnTo>
                <a:lnTo>
                  <a:pt x="51429" y="1309"/>
                </a:lnTo>
                <a:lnTo>
                  <a:pt x="49942" y="1587"/>
                </a:lnTo>
                <a:lnTo>
                  <a:pt x="48436" y="1884"/>
                </a:lnTo>
                <a:lnTo>
                  <a:pt x="46909" y="2221"/>
                </a:lnTo>
                <a:lnTo>
                  <a:pt x="45382" y="2578"/>
                </a:lnTo>
                <a:lnTo>
                  <a:pt x="43836" y="2955"/>
                </a:lnTo>
                <a:lnTo>
                  <a:pt x="42309" y="3351"/>
                </a:lnTo>
                <a:lnTo>
                  <a:pt x="40763" y="3787"/>
                </a:lnTo>
                <a:lnTo>
                  <a:pt x="39217" y="4224"/>
                </a:lnTo>
                <a:lnTo>
                  <a:pt x="37670" y="4699"/>
                </a:lnTo>
                <a:lnTo>
                  <a:pt x="35866" y="5274"/>
                </a:lnTo>
                <a:lnTo>
                  <a:pt x="34082" y="5869"/>
                </a:lnTo>
                <a:lnTo>
                  <a:pt x="32337" y="6484"/>
                </a:lnTo>
                <a:lnTo>
                  <a:pt x="30592" y="7118"/>
                </a:lnTo>
                <a:lnTo>
                  <a:pt x="28887" y="7792"/>
                </a:lnTo>
                <a:lnTo>
                  <a:pt x="27222" y="8466"/>
                </a:lnTo>
                <a:lnTo>
                  <a:pt x="25557" y="9160"/>
                </a:lnTo>
                <a:lnTo>
                  <a:pt x="23951" y="9894"/>
                </a:lnTo>
                <a:lnTo>
                  <a:pt x="22365" y="10627"/>
                </a:lnTo>
                <a:lnTo>
                  <a:pt x="20818" y="11381"/>
                </a:lnTo>
                <a:lnTo>
                  <a:pt x="19292" y="12154"/>
                </a:lnTo>
                <a:lnTo>
                  <a:pt x="17824" y="12927"/>
                </a:lnTo>
                <a:lnTo>
                  <a:pt x="16377" y="13740"/>
                </a:lnTo>
                <a:lnTo>
                  <a:pt x="14989" y="14553"/>
                </a:lnTo>
                <a:lnTo>
                  <a:pt x="13621" y="15386"/>
                </a:lnTo>
                <a:lnTo>
                  <a:pt x="12313" y="16218"/>
                </a:lnTo>
                <a:lnTo>
                  <a:pt x="11084" y="17051"/>
                </a:lnTo>
                <a:lnTo>
                  <a:pt x="9914" y="17884"/>
                </a:lnTo>
                <a:lnTo>
                  <a:pt x="8804" y="18716"/>
                </a:lnTo>
                <a:lnTo>
                  <a:pt x="7753" y="19549"/>
                </a:lnTo>
                <a:lnTo>
                  <a:pt x="6762" y="20382"/>
                </a:lnTo>
                <a:lnTo>
                  <a:pt x="5810" y="21214"/>
                </a:lnTo>
                <a:lnTo>
                  <a:pt x="4938" y="22027"/>
                </a:lnTo>
                <a:lnTo>
                  <a:pt x="4125" y="22860"/>
                </a:lnTo>
                <a:lnTo>
                  <a:pt x="3371" y="23693"/>
                </a:lnTo>
                <a:lnTo>
                  <a:pt x="2697" y="24505"/>
                </a:lnTo>
                <a:lnTo>
                  <a:pt x="2380" y="24902"/>
                </a:lnTo>
                <a:lnTo>
                  <a:pt x="2063" y="25298"/>
                </a:lnTo>
                <a:lnTo>
                  <a:pt x="1785" y="25715"/>
                </a:lnTo>
                <a:lnTo>
                  <a:pt x="1528" y="26111"/>
                </a:lnTo>
                <a:lnTo>
                  <a:pt x="1270" y="26508"/>
                </a:lnTo>
                <a:lnTo>
                  <a:pt x="1032" y="26904"/>
                </a:lnTo>
                <a:lnTo>
                  <a:pt x="814" y="27281"/>
                </a:lnTo>
                <a:lnTo>
                  <a:pt x="616" y="27678"/>
                </a:lnTo>
                <a:lnTo>
                  <a:pt x="437" y="28054"/>
                </a:lnTo>
                <a:lnTo>
                  <a:pt x="279" y="28451"/>
                </a:lnTo>
                <a:lnTo>
                  <a:pt x="120" y="28827"/>
                </a:lnTo>
                <a:lnTo>
                  <a:pt x="1" y="29204"/>
                </a:lnTo>
                <a:lnTo>
                  <a:pt x="61560" y="29204"/>
                </a:lnTo>
                <a:lnTo>
                  <a:pt x="61560" y="1"/>
                </a:lnTo>
                <a:close/>
              </a:path>
            </a:pathLst>
          </a:custGeom>
          <a:gradFill>
            <a:gsLst>
              <a:gs pos="0">
                <a:schemeClr val="accent2"/>
              </a:gs>
              <a:gs pos="37000">
                <a:schemeClr val="lt2"/>
              </a:gs>
              <a:gs pos="92000">
                <a:schemeClr val="accent1"/>
              </a:gs>
              <a:gs pos="100000">
                <a:schemeClr val="accent1"/>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188" name="Google Shape;188;p7"/>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189" name="Google Shape;189;p7"/>
          <p:cNvSpPr txBox="1"/>
          <p:nvPr>
            <p:ph idx="2" type="title"/>
          </p:nvPr>
        </p:nvSpPr>
        <p:spPr>
          <a:xfrm>
            <a:off x="115025" y="406250"/>
            <a:ext cx="6507000" cy="2656800"/>
          </a:xfrm>
          <a:prstGeom prst="rect">
            <a:avLst/>
          </a:prstGeom>
        </p:spPr>
        <p:txBody>
          <a:bodyPr anchorCtr="0" anchor="t" bIns="91425" lIns="91425" spcFirstLastPara="1" rIns="91425" wrap="square" tIns="0">
            <a:noAutofit/>
          </a:bodyPr>
          <a:lstStyle>
            <a:lvl1pPr lvl="0">
              <a:lnSpc>
                <a:spcPct val="90000"/>
              </a:lnSpc>
              <a:spcBef>
                <a:spcPts val="0"/>
              </a:spcBef>
              <a:spcAft>
                <a:spcPts val="0"/>
              </a:spcAft>
              <a:buNone/>
              <a:defRPr sz="5500"/>
            </a:lvl1pPr>
            <a:lvl2pPr lvl="1">
              <a:lnSpc>
                <a:spcPct val="90000"/>
              </a:lnSpc>
              <a:spcBef>
                <a:spcPts val="0"/>
              </a:spcBef>
              <a:spcAft>
                <a:spcPts val="0"/>
              </a:spcAft>
              <a:buNone/>
              <a:defRPr sz="5500"/>
            </a:lvl2pPr>
            <a:lvl3pPr lvl="2">
              <a:lnSpc>
                <a:spcPct val="90000"/>
              </a:lnSpc>
              <a:spcBef>
                <a:spcPts val="0"/>
              </a:spcBef>
              <a:spcAft>
                <a:spcPts val="0"/>
              </a:spcAft>
              <a:buNone/>
              <a:defRPr sz="5500"/>
            </a:lvl3pPr>
            <a:lvl4pPr lvl="3">
              <a:lnSpc>
                <a:spcPct val="90000"/>
              </a:lnSpc>
              <a:spcBef>
                <a:spcPts val="0"/>
              </a:spcBef>
              <a:spcAft>
                <a:spcPts val="0"/>
              </a:spcAft>
              <a:buNone/>
              <a:defRPr sz="5500"/>
            </a:lvl4pPr>
            <a:lvl5pPr lvl="4">
              <a:lnSpc>
                <a:spcPct val="90000"/>
              </a:lnSpc>
              <a:spcBef>
                <a:spcPts val="0"/>
              </a:spcBef>
              <a:spcAft>
                <a:spcPts val="0"/>
              </a:spcAft>
              <a:buNone/>
              <a:defRPr sz="5500"/>
            </a:lvl5pPr>
            <a:lvl6pPr lvl="5">
              <a:lnSpc>
                <a:spcPct val="90000"/>
              </a:lnSpc>
              <a:spcBef>
                <a:spcPts val="0"/>
              </a:spcBef>
              <a:spcAft>
                <a:spcPts val="0"/>
              </a:spcAft>
              <a:buNone/>
              <a:defRPr sz="5500"/>
            </a:lvl6pPr>
            <a:lvl7pPr lvl="6">
              <a:lnSpc>
                <a:spcPct val="90000"/>
              </a:lnSpc>
              <a:spcBef>
                <a:spcPts val="0"/>
              </a:spcBef>
              <a:spcAft>
                <a:spcPts val="0"/>
              </a:spcAft>
              <a:buNone/>
              <a:defRPr sz="5500"/>
            </a:lvl7pPr>
            <a:lvl8pPr lvl="7">
              <a:lnSpc>
                <a:spcPct val="90000"/>
              </a:lnSpc>
              <a:spcBef>
                <a:spcPts val="0"/>
              </a:spcBef>
              <a:spcAft>
                <a:spcPts val="0"/>
              </a:spcAft>
              <a:buNone/>
              <a:defRPr sz="5500"/>
            </a:lvl8pPr>
            <a:lvl9pPr lvl="8">
              <a:lnSpc>
                <a:spcPct val="90000"/>
              </a:lnSpc>
              <a:spcBef>
                <a:spcPts val="0"/>
              </a:spcBef>
              <a:spcAft>
                <a:spcPts val="0"/>
              </a:spcAft>
              <a:buNone/>
              <a:defRPr sz="5500"/>
            </a:lvl9pPr>
          </a:lstStyle>
          <a:p/>
        </p:txBody>
      </p:sp>
      <p:sp>
        <p:nvSpPr>
          <p:cNvPr id="190" name="Google Shape;190;p7"/>
          <p:cNvSpPr txBox="1"/>
          <p:nvPr>
            <p:ph idx="1" type="subTitle"/>
          </p:nvPr>
        </p:nvSpPr>
        <p:spPr>
          <a:xfrm>
            <a:off x="115025" y="3062925"/>
            <a:ext cx="3759600" cy="16599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Clr>
                <a:schemeClr val="lt1"/>
              </a:buClr>
              <a:buSzPts val="1000"/>
              <a:buFont typeface="Sora"/>
              <a:buNone/>
              <a:defRPr sz="1000"/>
            </a:lvl1pPr>
            <a:lvl2pPr lvl="1">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2pPr>
            <a:lvl3pPr lvl="2">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3pPr>
            <a:lvl4pPr lvl="3">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4pPr>
            <a:lvl5pPr lvl="4">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5pPr>
            <a:lvl6pPr lvl="5">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6pPr>
            <a:lvl7pPr lvl="6">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7pPr>
            <a:lvl8pPr lvl="7">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8pPr>
            <a:lvl9pPr lvl="8">
              <a:lnSpc>
                <a:spcPct val="115000"/>
              </a:lnSpc>
              <a:spcBef>
                <a:spcPts val="1000"/>
              </a:spcBef>
              <a:spcAft>
                <a:spcPts val="1000"/>
              </a:spcAft>
              <a:buClr>
                <a:schemeClr val="lt1"/>
              </a:buClr>
              <a:buSzPts val="1000"/>
              <a:buFont typeface="Sora"/>
              <a:buNone/>
              <a:defRPr sz="1000">
                <a:solidFill>
                  <a:schemeClr val="lt1"/>
                </a:solidFill>
                <a:latin typeface="Sora"/>
                <a:ea typeface="Sora"/>
                <a:cs typeface="Sora"/>
                <a:sym typeface="Sora"/>
              </a:defRPr>
            </a:lvl9pPr>
          </a:lstStyle>
          <a:p/>
        </p:txBody>
      </p:sp>
      <p:sp>
        <p:nvSpPr>
          <p:cNvPr id="191" name="Google Shape;191;p7"/>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Alt 2">
  <p:cSld name="BLANK_1_1_1_1_1_1_1_2">
    <p:spTree>
      <p:nvGrpSpPr>
        <p:cNvPr id="192" name="Shape 192"/>
        <p:cNvGrpSpPr/>
        <p:nvPr/>
      </p:nvGrpSpPr>
      <p:grpSpPr>
        <a:xfrm>
          <a:off x="0" y="0"/>
          <a:ext cx="0" cy="0"/>
          <a:chOff x="0" y="0"/>
          <a:chExt cx="0" cy="0"/>
        </a:xfrm>
      </p:grpSpPr>
      <p:sp>
        <p:nvSpPr>
          <p:cNvPr id="193" name="Google Shape;193;p8"/>
          <p:cNvSpPr/>
          <p:nvPr/>
        </p:nvSpPr>
        <p:spPr>
          <a:xfrm>
            <a:off x="5861425" y="3065475"/>
            <a:ext cx="3282600" cy="2078950"/>
          </a:xfrm>
          <a:custGeom>
            <a:rect b="b" l="l" r="r" t="t"/>
            <a:pathLst>
              <a:path extrusionOk="0" h="83158" w="131304">
                <a:moveTo>
                  <a:pt x="131286" y="0"/>
                </a:moveTo>
                <a:lnTo>
                  <a:pt x="131304" y="83132"/>
                </a:lnTo>
                <a:lnTo>
                  <a:pt x="0" y="83158"/>
                </a:lnTo>
                <a:lnTo>
                  <a:pt x="55816" y="4343"/>
                </a:lnTo>
                <a:close/>
              </a:path>
            </a:pathLst>
          </a:custGeom>
          <a:solidFill>
            <a:schemeClr val="accent5"/>
          </a:solidFill>
          <a:ln>
            <a:noFill/>
          </a:ln>
        </p:spPr>
      </p:sp>
      <p:sp>
        <p:nvSpPr>
          <p:cNvPr id="194" name="Google Shape;194;p8"/>
          <p:cNvSpPr/>
          <p:nvPr/>
        </p:nvSpPr>
        <p:spPr>
          <a:xfrm>
            <a:off x="6818025" y="1675"/>
            <a:ext cx="2326300" cy="3183925"/>
          </a:xfrm>
          <a:custGeom>
            <a:rect b="b" l="l" r="r" t="t"/>
            <a:pathLst>
              <a:path extrusionOk="0" h="127357" w="93052">
                <a:moveTo>
                  <a:pt x="17353" y="127357"/>
                </a:moveTo>
                <a:lnTo>
                  <a:pt x="0" y="18662"/>
                </a:lnTo>
                <a:lnTo>
                  <a:pt x="93052" y="0"/>
                </a:lnTo>
                <a:lnTo>
                  <a:pt x="93019" y="122556"/>
                </a:lnTo>
                <a:close/>
              </a:path>
            </a:pathLst>
          </a:custGeom>
          <a:gradFill>
            <a:gsLst>
              <a:gs pos="0">
                <a:schemeClr val="accent2"/>
              </a:gs>
              <a:gs pos="37000">
                <a:schemeClr val="lt2"/>
              </a:gs>
              <a:gs pos="92000">
                <a:schemeClr val="accent1"/>
              </a:gs>
              <a:gs pos="100000">
                <a:schemeClr val="accent1"/>
              </a:gs>
            </a:gsLst>
            <a:lin ang="13500032" scaled="0"/>
          </a:gradFill>
          <a:ln>
            <a:noFill/>
          </a:ln>
        </p:spPr>
      </p:sp>
      <p:grpSp>
        <p:nvGrpSpPr>
          <p:cNvPr id="195" name="Google Shape;195;p8"/>
          <p:cNvGrpSpPr/>
          <p:nvPr/>
        </p:nvGrpSpPr>
        <p:grpSpPr>
          <a:xfrm>
            <a:off x="25" y="4625"/>
            <a:ext cx="2329791" cy="795413"/>
            <a:chOff x="21" y="-511"/>
            <a:chExt cx="2329791" cy="800617"/>
          </a:xfrm>
        </p:grpSpPr>
        <p:grpSp>
          <p:nvGrpSpPr>
            <p:cNvPr id="196" name="Google Shape;196;p8"/>
            <p:cNvGrpSpPr/>
            <p:nvPr/>
          </p:nvGrpSpPr>
          <p:grpSpPr>
            <a:xfrm flipH="1" rot="10800000">
              <a:off x="25" y="392516"/>
              <a:ext cx="1927788" cy="407590"/>
              <a:chOff x="537425" y="3249175"/>
              <a:chExt cx="1774800" cy="370200"/>
            </a:xfrm>
          </p:grpSpPr>
          <p:sp>
            <p:nvSpPr>
              <p:cNvPr id="197" name="Google Shape;197;p8"/>
              <p:cNvSpPr/>
              <p:nvPr/>
            </p:nvSpPr>
            <p:spPr>
              <a:xfrm>
                <a:off x="537425" y="3249175"/>
                <a:ext cx="2940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98" name="Google Shape;198;p8"/>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99" name="Google Shape;199;p8"/>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0" name="Google Shape;200;p8"/>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1" name="Google Shape;201;p8"/>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02" name="Google Shape;202;p8"/>
            <p:cNvGrpSpPr/>
            <p:nvPr/>
          </p:nvGrpSpPr>
          <p:grpSpPr>
            <a:xfrm flipH="1" rot="10800000">
              <a:off x="21" y="-511"/>
              <a:ext cx="1927788" cy="393115"/>
              <a:chOff x="537425" y="3249175"/>
              <a:chExt cx="1774800" cy="370200"/>
            </a:xfrm>
          </p:grpSpPr>
          <p:sp>
            <p:nvSpPr>
              <p:cNvPr id="203" name="Google Shape;203;p8"/>
              <p:cNvSpPr/>
              <p:nvPr/>
            </p:nvSpPr>
            <p:spPr>
              <a:xfrm>
                <a:off x="537425" y="3249175"/>
                <a:ext cx="2940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4" name="Google Shape;204;p8"/>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5" name="Google Shape;205;p8"/>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6" name="Google Shape;206;p8"/>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7" name="Google Shape;207;p8"/>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208" name="Google Shape;208;p8"/>
            <p:cNvSpPr/>
            <p:nvPr/>
          </p:nvSpPr>
          <p:spPr>
            <a:xfrm flipH="1" rot="10800000">
              <a:off x="1927813" y="392406"/>
              <a:ext cx="402000" cy="4077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209" name="Google Shape;209;p8"/>
          <p:cNvSpPr txBox="1"/>
          <p:nvPr>
            <p:ph type="title"/>
          </p:nvPr>
        </p:nvSpPr>
        <p:spPr>
          <a:xfrm>
            <a:off x="96025" y="1206300"/>
            <a:ext cx="6507000" cy="1876200"/>
          </a:xfrm>
          <a:prstGeom prst="rect">
            <a:avLst/>
          </a:prstGeom>
        </p:spPr>
        <p:txBody>
          <a:bodyPr anchorCtr="0" anchor="t" bIns="91425" lIns="91425" spcFirstLastPara="1" rIns="91425" wrap="square" tIns="91425">
            <a:noAutofit/>
          </a:bodyPr>
          <a:lstStyle>
            <a:lvl1pPr lvl="0">
              <a:spcBef>
                <a:spcPts val="0"/>
              </a:spcBef>
              <a:spcAft>
                <a:spcPts val="0"/>
              </a:spcAft>
              <a:buNone/>
              <a:defRPr sz="3600"/>
            </a:lvl1pPr>
            <a:lvl2pPr lvl="1">
              <a:spcBef>
                <a:spcPts val="0"/>
              </a:spcBef>
              <a:spcAft>
                <a:spcPts val="0"/>
              </a:spcAft>
              <a:buClr>
                <a:schemeClr val="lt1"/>
              </a:buClr>
              <a:buSzPts val="3600"/>
              <a:buFont typeface="IBM Plex Sans"/>
              <a:buNone/>
              <a:defRPr sz="3600">
                <a:solidFill>
                  <a:schemeClr val="lt1"/>
                </a:solidFill>
              </a:defRPr>
            </a:lvl2pPr>
            <a:lvl3pPr lvl="2">
              <a:spcBef>
                <a:spcPts val="0"/>
              </a:spcBef>
              <a:spcAft>
                <a:spcPts val="0"/>
              </a:spcAft>
              <a:buClr>
                <a:schemeClr val="lt1"/>
              </a:buClr>
              <a:buSzPts val="3600"/>
              <a:buFont typeface="IBM Plex Sans"/>
              <a:buNone/>
              <a:defRPr sz="3600">
                <a:solidFill>
                  <a:schemeClr val="lt1"/>
                </a:solidFill>
              </a:defRPr>
            </a:lvl3pPr>
            <a:lvl4pPr lvl="3">
              <a:spcBef>
                <a:spcPts val="0"/>
              </a:spcBef>
              <a:spcAft>
                <a:spcPts val="0"/>
              </a:spcAft>
              <a:buClr>
                <a:schemeClr val="lt1"/>
              </a:buClr>
              <a:buSzPts val="3600"/>
              <a:buFont typeface="IBM Plex Sans"/>
              <a:buNone/>
              <a:defRPr sz="3600">
                <a:solidFill>
                  <a:schemeClr val="lt1"/>
                </a:solidFill>
              </a:defRPr>
            </a:lvl4pPr>
            <a:lvl5pPr lvl="4">
              <a:spcBef>
                <a:spcPts val="0"/>
              </a:spcBef>
              <a:spcAft>
                <a:spcPts val="0"/>
              </a:spcAft>
              <a:buClr>
                <a:schemeClr val="lt1"/>
              </a:buClr>
              <a:buSzPts val="3600"/>
              <a:buFont typeface="IBM Plex Sans"/>
              <a:buNone/>
              <a:defRPr sz="3600">
                <a:solidFill>
                  <a:schemeClr val="lt1"/>
                </a:solidFill>
              </a:defRPr>
            </a:lvl5pPr>
            <a:lvl6pPr lvl="5">
              <a:spcBef>
                <a:spcPts val="0"/>
              </a:spcBef>
              <a:spcAft>
                <a:spcPts val="0"/>
              </a:spcAft>
              <a:buClr>
                <a:schemeClr val="lt1"/>
              </a:buClr>
              <a:buSzPts val="3600"/>
              <a:buFont typeface="IBM Plex Sans"/>
              <a:buNone/>
              <a:defRPr sz="3600">
                <a:solidFill>
                  <a:schemeClr val="lt1"/>
                </a:solidFill>
              </a:defRPr>
            </a:lvl6pPr>
            <a:lvl7pPr lvl="6">
              <a:spcBef>
                <a:spcPts val="0"/>
              </a:spcBef>
              <a:spcAft>
                <a:spcPts val="0"/>
              </a:spcAft>
              <a:buClr>
                <a:schemeClr val="lt1"/>
              </a:buClr>
              <a:buSzPts val="3600"/>
              <a:buFont typeface="IBM Plex Sans"/>
              <a:buNone/>
              <a:defRPr sz="3600">
                <a:solidFill>
                  <a:schemeClr val="lt1"/>
                </a:solidFill>
              </a:defRPr>
            </a:lvl7pPr>
            <a:lvl8pPr lvl="7">
              <a:spcBef>
                <a:spcPts val="0"/>
              </a:spcBef>
              <a:spcAft>
                <a:spcPts val="0"/>
              </a:spcAft>
              <a:buClr>
                <a:schemeClr val="lt1"/>
              </a:buClr>
              <a:buSzPts val="3600"/>
              <a:buFont typeface="IBM Plex Sans"/>
              <a:buNone/>
              <a:defRPr sz="3600">
                <a:solidFill>
                  <a:schemeClr val="lt1"/>
                </a:solidFill>
              </a:defRPr>
            </a:lvl8pPr>
            <a:lvl9pPr lvl="8">
              <a:spcBef>
                <a:spcPts val="0"/>
              </a:spcBef>
              <a:spcAft>
                <a:spcPts val="0"/>
              </a:spcAft>
              <a:buClr>
                <a:schemeClr val="lt1"/>
              </a:buClr>
              <a:buSzPts val="3600"/>
              <a:buFont typeface="IBM Plex Sans"/>
              <a:buNone/>
              <a:defRPr sz="3600">
                <a:solidFill>
                  <a:schemeClr val="lt1"/>
                </a:solidFill>
              </a:defRPr>
            </a:lvl9pPr>
          </a:lstStyle>
          <a:p/>
        </p:txBody>
      </p:sp>
      <p:sp>
        <p:nvSpPr>
          <p:cNvPr id="210" name="Google Shape;210;p8"/>
          <p:cNvSpPr/>
          <p:nvPr/>
        </p:nvSpPr>
        <p:spPr>
          <a:xfrm rot="386111">
            <a:off x="5422314" y="2861786"/>
            <a:ext cx="5875319" cy="1732905"/>
          </a:xfrm>
          <a:prstGeom prst="chord">
            <a:avLst>
              <a:gd fmla="val 2600939" name="adj1"/>
              <a:gd fmla="val 18561181"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1" name="Google Shape;211;p8"/>
          <p:cNvSpPr/>
          <p:nvPr/>
        </p:nvSpPr>
        <p:spPr>
          <a:xfrm rot="1800094">
            <a:off x="5534438" y="2649896"/>
            <a:ext cx="4427191" cy="1750358"/>
          </a:xfrm>
          <a:prstGeom prst="chord">
            <a:avLst>
              <a:gd fmla="val 837048" name="adj1"/>
              <a:gd fmla="val 19665286"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2" name="Google Shape;212;p8"/>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13" name="Google Shape;213;p8"/>
          <p:cNvSpPr txBox="1"/>
          <p:nvPr>
            <p:ph idx="1" type="subTitle"/>
          </p:nvPr>
        </p:nvSpPr>
        <p:spPr>
          <a:xfrm>
            <a:off x="115025" y="3062925"/>
            <a:ext cx="3759600" cy="16599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Clr>
                <a:schemeClr val="lt1"/>
              </a:buClr>
              <a:buSzPts val="1000"/>
              <a:buFont typeface="Sora"/>
              <a:buNone/>
              <a:defRPr sz="1000"/>
            </a:lvl1pPr>
            <a:lvl2pPr lvl="1">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2pPr>
            <a:lvl3pPr lvl="2">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3pPr>
            <a:lvl4pPr lvl="3">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4pPr>
            <a:lvl5pPr lvl="4">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5pPr>
            <a:lvl6pPr lvl="5">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6pPr>
            <a:lvl7pPr lvl="6">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7pPr>
            <a:lvl8pPr lvl="7">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8pPr>
            <a:lvl9pPr lvl="8">
              <a:lnSpc>
                <a:spcPct val="115000"/>
              </a:lnSpc>
              <a:spcBef>
                <a:spcPts val="1000"/>
              </a:spcBef>
              <a:spcAft>
                <a:spcPts val="1000"/>
              </a:spcAft>
              <a:buClr>
                <a:schemeClr val="lt1"/>
              </a:buClr>
              <a:buSzPts val="1000"/>
              <a:buFont typeface="Sora"/>
              <a:buNone/>
              <a:defRPr sz="1000">
                <a:solidFill>
                  <a:schemeClr val="lt1"/>
                </a:solidFill>
                <a:latin typeface="Sora"/>
                <a:ea typeface="Sora"/>
                <a:cs typeface="Sora"/>
                <a:sym typeface="Sora"/>
              </a:defRPr>
            </a:lvl9pPr>
          </a:lstStyle>
          <a:p/>
        </p:txBody>
      </p:sp>
      <p:sp>
        <p:nvSpPr>
          <p:cNvPr id="214" name="Google Shape;214;p8"/>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LANK_1_1_1_1_1_1_1_1_1_1_10">
    <p:spTree>
      <p:nvGrpSpPr>
        <p:cNvPr id="215" name="Shape 215"/>
        <p:cNvGrpSpPr/>
        <p:nvPr/>
      </p:nvGrpSpPr>
      <p:grpSpPr>
        <a:xfrm>
          <a:off x="0" y="0"/>
          <a:ext cx="0" cy="0"/>
          <a:chOff x="0" y="0"/>
          <a:chExt cx="0" cy="0"/>
        </a:xfrm>
      </p:grpSpPr>
      <p:sp>
        <p:nvSpPr>
          <p:cNvPr id="216" name="Google Shape;216;p9"/>
          <p:cNvSpPr/>
          <p:nvPr/>
        </p:nvSpPr>
        <p:spPr>
          <a:xfrm flipH="1" rot="-900031">
            <a:off x="1792020" y="1182391"/>
            <a:ext cx="5560068" cy="1963507"/>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7" name="Google Shape;217;p9"/>
          <p:cNvSpPr/>
          <p:nvPr/>
        </p:nvSpPr>
        <p:spPr>
          <a:xfrm rot="10800000">
            <a:off x="1792025" y="1182400"/>
            <a:ext cx="5559900" cy="1963500"/>
          </a:xfrm>
          <a:prstGeom prst="ellipse">
            <a:avLst/>
          </a:prstGeom>
          <a:gradFill>
            <a:gsLst>
              <a:gs pos="0">
                <a:schemeClr val="accent2"/>
              </a:gs>
              <a:gs pos="37000">
                <a:schemeClr val="lt2"/>
              </a:gs>
              <a:gs pos="92000">
                <a:schemeClr val="accent1"/>
              </a:gs>
              <a:gs pos="100000">
                <a:schemeClr val="accent1"/>
              </a:gs>
            </a:gsLst>
            <a:lin ang="10800025"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8" name="Google Shape;218;p9"/>
          <p:cNvSpPr txBox="1"/>
          <p:nvPr>
            <p:ph idx="1" type="body"/>
          </p:nvPr>
        </p:nvSpPr>
        <p:spPr>
          <a:xfrm>
            <a:off x="2351750" y="3857450"/>
            <a:ext cx="4346700" cy="4527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Sora"/>
              <a:buChar char="●"/>
              <a:defRPr/>
            </a:lvl1pPr>
            <a:lvl2pPr indent="-304800" lvl="1" marL="914400">
              <a:spcBef>
                <a:spcPts val="0"/>
              </a:spcBef>
              <a:spcAft>
                <a:spcPts val="0"/>
              </a:spcAft>
              <a:buClr>
                <a:schemeClr val="lt1"/>
              </a:buClr>
              <a:buSzPts val="1200"/>
              <a:buFont typeface="Sora"/>
              <a:buChar char="○"/>
              <a:defRPr/>
            </a:lvl2pPr>
            <a:lvl3pPr indent="-304800" lvl="2" marL="1371600">
              <a:spcBef>
                <a:spcPts val="0"/>
              </a:spcBef>
              <a:spcAft>
                <a:spcPts val="0"/>
              </a:spcAft>
              <a:buClr>
                <a:schemeClr val="lt1"/>
              </a:buClr>
              <a:buSzPts val="1200"/>
              <a:buFont typeface="Sora"/>
              <a:buChar char="■"/>
              <a:defRPr/>
            </a:lvl3pPr>
            <a:lvl4pPr indent="-304800" lvl="3" marL="1828800">
              <a:spcBef>
                <a:spcPts val="0"/>
              </a:spcBef>
              <a:spcAft>
                <a:spcPts val="0"/>
              </a:spcAft>
              <a:buClr>
                <a:schemeClr val="lt1"/>
              </a:buClr>
              <a:buSzPts val="1200"/>
              <a:buFont typeface="Sora"/>
              <a:buChar char="●"/>
              <a:defRPr/>
            </a:lvl4pPr>
            <a:lvl5pPr indent="-304800" lvl="4" marL="2286000">
              <a:spcBef>
                <a:spcPts val="0"/>
              </a:spcBef>
              <a:spcAft>
                <a:spcPts val="0"/>
              </a:spcAft>
              <a:buClr>
                <a:schemeClr val="lt1"/>
              </a:buClr>
              <a:buSzPts val="1200"/>
              <a:buFont typeface="Sora"/>
              <a:buChar char="○"/>
              <a:defRPr/>
            </a:lvl5pPr>
            <a:lvl6pPr indent="-304800" lvl="5" marL="2743200">
              <a:spcBef>
                <a:spcPts val="0"/>
              </a:spcBef>
              <a:spcAft>
                <a:spcPts val="0"/>
              </a:spcAft>
              <a:buClr>
                <a:schemeClr val="lt1"/>
              </a:buClr>
              <a:buSzPts val="1200"/>
              <a:buFont typeface="Sora"/>
              <a:buChar char="■"/>
              <a:defRPr/>
            </a:lvl6pPr>
            <a:lvl7pPr indent="-304800" lvl="6" marL="3200400">
              <a:spcBef>
                <a:spcPts val="0"/>
              </a:spcBef>
              <a:spcAft>
                <a:spcPts val="0"/>
              </a:spcAft>
              <a:buClr>
                <a:schemeClr val="lt1"/>
              </a:buClr>
              <a:buSzPts val="1200"/>
              <a:buFont typeface="Sora"/>
              <a:buChar char="●"/>
              <a:defRPr/>
            </a:lvl7pPr>
            <a:lvl8pPr indent="-304800" lvl="7" marL="3657600">
              <a:spcBef>
                <a:spcPts val="0"/>
              </a:spcBef>
              <a:spcAft>
                <a:spcPts val="0"/>
              </a:spcAft>
              <a:buClr>
                <a:schemeClr val="lt1"/>
              </a:buClr>
              <a:buSzPts val="1200"/>
              <a:buFont typeface="Sora"/>
              <a:buChar char="○"/>
              <a:defRPr/>
            </a:lvl8pPr>
            <a:lvl9pPr indent="-304800" lvl="8" marL="4114800">
              <a:spcBef>
                <a:spcPts val="0"/>
              </a:spcBef>
              <a:spcAft>
                <a:spcPts val="0"/>
              </a:spcAft>
              <a:buClr>
                <a:schemeClr val="lt1"/>
              </a:buClr>
              <a:buSzPts val="1200"/>
              <a:buFont typeface="Sora"/>
              <a:buChar char="■"/>
              <a:defRPr/>
            </a:lvl9pPr>
          </a:lstStyle>
          <a:p/>
        </p:txBody>
      </p:sp>
      <p:sp>
        <p:nvSpPr>
          <p:cNvPr id="219" name="Google Shape;219;p9"/>
          <p:cNvSpPr txBox="1"/>
          <p:nvPr>
            <p:ph hasCustomPrompt="1" type="title"/>
          </p:nvPr>
        </p:nvSpPr>
        <p:spPr>
          <a:xfrm>
            <a:off x="2662050" y="1182350"/>
            <a:ext cx="3819900" cy="1963500"/>
          </a:xfrm>
          <a:prstGeom prst="rect">
            <a:avLst/>
          </a:prstGeom>
        </p:spPr>
        <p:txBody>
          <a:bodyPr anchorCtr="0" anchor="t" bIns="91425" lIns="91425" spcFirstLastPara="1" rIns="91425" wrap="square" tIns="91425">
            <a:spAutoFit/>
          </a:bodyPr>
          <a:lstStyle>
            <a:lvl1pPr lvl="0" algn="ctr">
              <a:spcBef>
                <a:spcPts val="0"/>
              </a:spcBef>
              <a:spcAft>
                <a:spcPts val="0"/>
              </a:spcAft>
              <a:buClr>
                <a:schemeClr val="lt1"/>
              </a:buClr>
              <a:buSzPts val="5500"/>
              <a:buFont typeface="IBM Plex Sans"/>
              <a:buNone/>
              <a:defRPr sz="5500"/>
            </a:lvl1pPr>
            <a:lvl2pPr lvl="1" algn="ctr">
              <a:spcBef>
                <a:spcPts val="0"/>
              </a:spcBef>
              <a:spcAft>
                <a:spcPts val="0"/>
              </a:spcAft>
              <a:buClr>
                <a:schemeClr val="lt1"/>
              </a:buClr>
              <a:buSzPts val="5500"/>
              <a:buFont typeface="IBM Plex Sans"/>
              <a:buNone/>
              <a:defRPr sz="5500">
                <a:solidFill>
                  <a:schemeClr val="lt1"/>
                </a:solidFill>
              </a:defRPr>
            </a:lvl2pPr>
            <a:lvl3pPr lvl="2" algn="ctr">
              <a:spcBef>
                <a:spcPts val="0"/>
              </a:spcBef>
              <a:spcAft>
                <a:spcPts val="0"/>
              </a:spcAft>
              <a:buClr>
                <a:schemeClr val="lt1"/>
              </a:buClr>
              <a:buSzPts val="5500"/>
              <a:buFont typeface="IBM Plex Sans"/>
              <a:buNone/>
              <a:defRPr sz="5500">
                <a:solidFill>
                  <a:schemeClr val="lt1"/>
                </a:solidFill>
              </a:defRPr>
            </a:lvl3pPr>
            <a:lvl4pPr lvl="3" algn="ctr">
              <a:spcBef>
                <a:spcPts val="0"/>
              </a:spcBef>
              <a:spcAft>
                <a:spcPts val="0"/>
              </a:spcAft>
              <a:buClr>
                <a:schemeClr val="lt1"/>
              </a:buClr>
              <a:buSzPts val="5500"/>
              <a:buFont typeface="IBM Plex Sans"/>
              <a:buNone/>
              <a:defRPr sz="5500">
                <a:solidFill>
                  <a:schemeClr val="lt1"/>
                </a:solidFill>
              </a:defRPr>
            </a:lvl4pPr>
            <a:lvl5pPr lvl="4" algn="ctr">
              <a:spcBef>
                <a:spcPts val="0"/>
              </a:spcBef>
              <a:spcAft>
                <a:spcPts val="0"/>
              </a:spcAft>
              <a:buClr>
                <a:schemeClr val="lt1"/>
              </a:buClr>
              <a:buSzPts val="5500"/>
              <a:buFont typeface="IBM Plex Sans"/>
              <a:buNone/>
              <a:defRPr sz="5500">
                <a:solidFill>
                  <a:schemeClr val="lt1"/>
                </a:solidFill>
              </a:defRPr>
            </a:lvl5pPr>
            <a:lvl6pPr lvl="5" algn="ctr">
              <a:spcBef>
                <a:spcPts val="0"/>
              </a:spcBef>
              <a:spcAft>
                <a:spcPts val="0"/>
              </a:spcAft>
              <a:buClr>
                <a:schemeClr val="lt1"/>
              </a:buClr>
              <a:buSzPts val="5500"/>
              <a:buFont typeface="IBM Plex Sans"/>
              <a:buNone/>
              <a:defRPr sz="5500">
                <a:solidFill>
                  <a:schemeClr val="lt1"/>
                </a:solidFill>
              </a:defRPr>
            </a:lvl6pPr>
            <a:lvl7pPr lvl="6" algn="ctr">
              <a:spcBef>
                <a:spcPts val="0"/>
              </a:spcBef>
              <a:spcAft>
                <a:spcPts val="0"/>
              </a:spcAft>
              <a:buClr>
                <a:schemeClr val="lt1"/>
              </a:buClr>
              <a:buSzPts val="5500"/>
              <a:buFont typeface="IBM Plex Sans"/>
              <a:buNone/>
              <a:defRPr sz="5500">
                <a:solidFill>
                  <a:schemeClr val="lt1"/>
                </a:solidFill>
              </a:defRPr>
            </a:lvl7pPr>
            <a:lvl8pPr lvl="7" algn="ctr">
              <a:spcBef>
                <a:spcPts val="0"/>
              </a:spcBef>
              <a:spcAft>
                <a:spcPts val="0"/>
              </a:spcAft>
              <a:buClr>
                <a:schemeClr val="lt1"/>
              </a:buClr>
              <a:buSzPts val="5500"/>
              <a:buFont typeface="IBM Plex Sans"/>
              <a:buNone/>
              <a:defRPr sz="5500">
                <a:solidFill>
                  <a:schemeClr val="lt1"/>
                </a:solidFill>
              </a:defRPr>
            </a:lvl8pPr>
            <a:lvl9pPr lvl="8" algn="ctr">
              <a:spcBef>
                <a:spcPts val="0"/>
              </a:spcBef>
              <a:spcAft>
                <a:spcPts val="0"/>
              </a:spcAft>
              <a:buClr>
                <a:schemeClr val="lt1"/>
              </a:buClr>
              <a:buSzPts val="5500"/>
              <a:buFont typeface="IBM Plex Sans"/>
              <a:buNone/>
              <a:defRPr sz="5500">
                <a:solidFill>
                  <a:schemeClr val="lt1"/>
                </a:solidFill>
              </a:defRPr>
            </a:lvl9pPr>
          </a:lstStyle>
          <a:p>
            <a:r>
              <a:t>xx%</a:t>
            </a:r>
          </a:p>
        </p:txBody>
      </p:sp>
      <p:sp>
        <p:nvSpPr>
          <p:cNvPr id="220" name="Google Shape;220;p9"/>
          <p:cNvSpPr/>
          <p:nvPr/>
        </p:nvSpPr>
        <p:spPr>
          <a:xfrm flipH="1" rot="900031">
            <a:off x="1791931" y="1182353"/>
            <a:ext cx="5560068" cy="1963507"/>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2">
  <p:cSld name="BLANK_1_1_1_1_1_1_1_1_1_1_9">
    <p:spTree>
      <p:nvGrpSpPr>
        <p:cNvPr id="221" name="Shape 221"/>
        <p:cNvGrpSpPr/>
        <p:nvPr/>
      </p:nvGrpSpPr>
      <p:grpSpPr>
        <a:xfrm>
          <a:off x="0" y="0"/>
          <a:ext cx="0" cy="0"/>
          <a:chOff x="0" y="0"/>
          <a:chExt cx="0" cy="0"/>
        </a:xfrm>
      </p:grpSpPr>
      <p:grpSp>
        <p:nvGrpSpPr>
          <p:cNvPr id="222" name="Google Shape;222;p10"/>
          <p:cNvGrpSpPr/>
          <p:nvPr/>
        </p:nvGrpSpPr>
        <p:grpSpPr>
          <a:xfrm flipH="1">
            <a:off x="3212200" y="0"/>
            <a:ext cx="1851000" cy="1225325"/>
            <a:chOff x="461225" y="3875100"/>
            <a:chExt cx="1851000" cy="1225325"/>
          </a:xfrm>
        </p:grpSpPr>
        <p:grpSp>
          <p:nvGrpSpPr>
            <p:cNvPr id="223" name="Google Shape;223;p10"/>
            <p:cNvGrpSpPr/>
            <p:nvPr/>
          </p:nvGrpSpPr>
          <p:grpSpPr>
            <a:xfrm>
              <a:off x="461225" y="3875100"/>
              <a:ext cx="1851000" cy="114600"/>
              <a:chOff x="461225" y="3504775"/>
              <a:chExt cx="1851000" cy="114600"/>
            </a:xfrm>
          </p:grpSpPr>
          <p:sp>
            <p:nvSpPr>
              <p:cNvPr id="224" name="Google Shape;224;p10"/>
              <p:cNvSpPr/>
              <p:nvPr/>
            </p:nvSpPr>
            <p:spPr>
              <a:xfrm>
                <a:off x="4612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25" name="Google Shape;225;p10"/>
              <p:cNvSpPr/>
              <p:nvPr/>
            </p:nvSpPr>
            <p:spPr>
              <a:xfrm>
                <a:off x="8314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26" name="Google Shape;226;p10"/>
              <p:cNvSpPr/>
              <p:nvPr/>
            </p:nvSpPr>
            <p:spPr>
              <a:xfrm>
                <a:off x="12016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27" name="Google Shape;227;p10"/>
              <p:cNvSpPr/>
              <p:nvPr/>
            </p:nvSpPr>
            <p:spPr>
              <a:xfrm>
                <a:off x="15718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28" name="Google Shape;228;p10"/>
              <p:cNvSpPr/>
              <p:nvPr/>
            </p:nvSpPr>
            <p:spPr>
              <a:xfrm>
                <a:off x="19420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29" name="Google Shape;229;p10"/>
            <p:cNvGrpSpPr/>
            <p:nvPr/>
          </p:nvGrpSpPr>
          <p:grpSpPr>
            <a:xfrm>
              <a:off x="461225" y="3989700"/>
              <a:ext cx="1480800" cy="1110725"/>
              <a:chOff x="461225" y="3249175"/>
              <a:chExt cx="1480800" cy="1110725"/>
            </a:xfrm>
          </p:grpSpPr>
          <p:sp>
            <p:nvSpPr>
              <p:cNvPr id="230" name="Google Shape;230;p10"/>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1" name="Google Shape;231;p10"/>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2" name="Google Shape;232;p10"/>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3" name="Google Shape;233;p10"/>
              <p:cNvSpPr/>
              <p:nvPr/>
            </p:nvSpPr>
            <p:spPr>
              <a:xfrm>
                <a:off x="1201625" y="3989700"/>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34" name="Google Shape;234;p10"/>
            <p:cNvGrpSpPr/>
            <p:nvPr/>
          </p:nvGrpSpPr>
          <p:grpSpPr>
            <a:xfrm>
              <a:off x="831425" y="4360025"/>
              <a:ext cx="1480800" cy="370200"/>
              <a:chOff x="831425" y="3249175"/>
              <a:chExt cx="1480800" cy="370200"/>
            </a:xfrm>
          </p:grpSpPr>
          <p:sp>
            <p:nvSpPr>
              <p:cNvPr id="235" name="Google Shape;235;p10"/>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6" name="Google Shape;236;p10"/>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7" name="Google Shape;237;p10"/>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8" name="Google Shape;238;p10"/>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239" name="Google Shape;239;p10"/>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40" name="Google Shape;240;p10"/>
          <p:cNvSpPr txBox="1"/>
          <p:nvPr>
            <p:ph idx="2" type="title"/>
          </p:nvPr>
        </p:nvSpPr>
        <p:spPr>
          <a:xfrm>
            <a:off x="115025" y="502775"/>
            <a:ext cx="58290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241" name="Google Shape;241;p10"/>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p:cSld name="CUSTOM_2">
    <p:spTree>
      <p:nvGrpSpPr>
        <p:cNvPr id="242" name="Shape 242"/>
        <p:cNvGrpSpPr/>
        <p:nvPr/>
      </p:nvGrpSpPr>
      <p:grpSpPr>
        <a:xfrm>
          <a:off x="0" y="0"/>
          <a:ext cx="0" cy="0"/>
          <a:chOff x="0" y="0"/>
          <a:chExt cx="0" cy="0"/>
        </a:xfrm>
      </p:grpSpPr>
      <p:sp>
        <p:nvSpPr>
          <p:cNvPr id="243" name="Google Shape;243;p11"/>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44" name="Google Shape;244;p11"/>
          <p:cNvSpPr txBox="1"/>
          <p:nvPr>
            <p:ph idx="2" type="title"/>
          </p:nvPr>
        </p:nvSpPr>
        <p:spPr>
          <a:xfrm>
            <a:off x="115025" y="502775"/>
            <a:ext cx="5400000" cy="6888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grpSp>
        <p:nvGrpSpPr>
          <p:cNvPr id="245" name="Google Shape;245;p11"/>
          <p:cNvGrpSpPr/>
          <p:nvPr/>
        </p:nvGrpSpPr>
        <p:grpSpPr>
          <a:xfrm flipH="1" rot="10800000">
            <a:off x="6179902" y="24"/>
            <a:ext cx="2963226" cy="1495659"/>
            <a:chOff x="4306084" y="2701610"/>
            <a:chExt cx="4837921" cy="2441893"/>
          </a:xfrm>
        </p:grpSpPr>
        <p:sp>
          <p:nvSpPr>
            <p:cNvPr id="246" name="Google Shape;246;p11"/>
            <p:cNvSpPr/>
            <p:nvPr/>
          </p:nvSpPr>
          <p:spPr>
            <a:xfrm>
              <a:off x="4306084" y="4485495"/>
              <a:ext cx="4837921" cy="658008"/>
            </a:xfrm>
            <a:custGeom>
              <a:rect b="b" l="l" r="r" t="t"/>
              <a:pathLst>
                <a:path extrusionOk="0" fill="none" h="12217" w="89824">
                  <a:moveTo>
                    <a:pt x="85826" y="0"/>
                  </a:moveTo>
                  <a:lnTo>
                    <a:pt x="85826" y="0"/>
                  </a:lnTo>
                  <a:lnTo>
                    <a:pt x="85045" y="291"/>
                  </a:lnTo>
                  <a:lnTo>
                    <a:pt x="84218" y="581"/>
                  </a:lnTo>
                  <a:lnTo>
                    <a:pt x="83370" y="871"/>
                  </a:lnTo>
                  <a:lnTo>
                    <a:pt x="82476" y="1139"/>
                  </a:lnTo>
                  <a:lnTo>
                    <a:pt x="81538" y="1430"/>
                  </a:lnTo>
                  <a:lnTo>
                    <a:pt x="80578" y="1697"/>
                  </a:lnTo>
                  <a:lnTo>
                    <a:pt x="79596" y="1943"/>
                  </a:lnTo>
                  <a:lnTo>
                    <a:pt x="78568" y="2189"/>
                  </a:lnTo>
                  <a:lnTo>
                    <a:pt x="77496" y="2434"/>
                  </a:lnTo>
                  <a:lnTo>
                    <a:pt x="76424" y="2680"/>
                  </a:lnTo>
                  <a:lnTo>
                    <a:pt x="75308" y="2903"/>
                  </a:lnTo>
                  <a:lnTo>
                    <a:pt x="74146" y="3104"/>
                  </a:lnTo>
                  <a:lnTo>
                    <a:pt x="71779" y="3529"/>
                  </a:lnTo>
                  <a:lnTo>
                    <a:pt x="69278" y="3886"/>
                  </a:lnTo>
                  <a:lnTo>
                    <a:pt x="66709" y="4221"/>
                  </a:lnTo>
                  <a:lnTo>
                    <a:pt x="64029" y="4511"/>
                  </a:lnTo>
                  <a:lnTo>
                    <a:pt x="61260" y="4779"/>
                  </a:lnTo>
                  <a:lnTo>
                    <a:pt x="58424" y="4980"/>
                  </a:lnTo>
                  <a:lnTo>
                    <a:pt x="55498" y="5159"/>
                  </a:lnTo>
                  <a:lnTo>
                    <a:pt x="52506" y="5271"/>
                  </a:lnTo>
                  <a:lnTo>
                    <a:pt x="49468" y="5338"/>
                  </a:lnTo>
                  <a:lnTo>
                    <a:pt x="46364" y="5382"/>
                  </a:lnTo>
                  <a:lnTo>
                    <a:pt x="46364" y="5382"/>
                  </a:lnTo>
                  <a:lnTo>
                    <a:pt x="43260" y="5338"/>
                  </a:lnTo>
                  <a:lnTo>
                    <a:pt x="40200" y="5271"/>
                  </a:lnTo>
                  <a:lnTo>
                    <a:pt x="37208" y="5159"/>
                  </a:lnTo>
                  <a:lnTo>
                    <a:pt x="34304" y="4980"/>
                  </a:lnTo>
                  <a:lnTo>
                    <a:pt x="31446" y="4779"/>
                  </a:lnTo>
                  <a:lnTo>
                    <a:pt x="28676" y="4511"/>
                  </a:lnTo>
                  <a:lnTo>
                    <a:pt x="25996" y="4221"/>
                  </a:lnTo>
                  <a:lnTo>
                    <a:pt x="23428" y="3886"/>
                  </a:lnTo>
                  <a:lnTo>
                    <a:pt x="20927" y="3529"/>
                  </a:lnTo>
                  <a:lnTo>
                    <a:pt x="18560" y="3104"/>
                  </a:lnTo>
                  <a:lnTo>
                    <a:pt x="17421" y="2903"/>
                  </a:lnTo>
                  <a:lnTo>
                    <a:pt x="16282" y="2680"/>
                  </a:lnTo>
                  <a:lnTo>
                    <a:pt x="15210" y="2434"/>
                  </a:lnTo>
                  <a:lnTo>
                    <a:pt x="14138" y="2189"/>
                  </a:lnTo>
                  <a:lnTo>
                    <a:pt x="13110" y="1943"/>
                  </a:lnTo>
                  <a:lnTo>
                    <a:pt x="12128" y="1697"/>
                  </a:lnTo>
                  <a:lnTo>
                    <a:pt x="11167" y="1430"/>
                  </a:lnTo>
                  <a:lnTo>
                    <a:pt x="10229" y="1139"/>
                  </a:lnTo>
                  <a:lnTo>
                    <a:pt x="9336" y="871"/>
                  </a:lnTo>
                  <a:lnTo>
                    <a:pt x="8487" y="581"/>
                  </a:lnTo>
                  <a:lnTo>
                    <a:pt x="7661" y="291"/>
                  </a:lnTo>
                  <a:lnTo>
                    <a:pt x="6879" y="0"/>
                  </a:lnTo>
                  <a:lnTo>
                    <a:pt x="6879" y="0"/>
                  </a:lnTo>
                  <a:lnTo>
                    <a:pt x="6075" y="313"/>
                  </a:lnTo>
                  <a:lnTo>
                    <a:pt x="5338" y="648"/>
                  </a:lnTo>
                  <a:lnTo>
                    <a:pt x="4624" y="983"/>
                  </a:lnTo>
                  <a:lnTo>
                    <a:pt x="3976" y="1340"/>
                  </a:lnTo>
                  <a:lnTo>
                    <a:pt x="3351" y="1697"/>
                  </a:lnTo>
                  <a:lnTo>
                    <a:pt x="2793" y="2055"/>
                  </a:lnTo>
                  <a:lnTo>
                    <a:pt x="2279" y="2412"/>
                  </a:lnTo>
                  <a:lnTo>
                    <a:pt x="1810" y="2792"/>
                  </a:lnTo>
                  <a:lnTo>
                    <a:pt x="1386" y="3171"/>
                  </a:lnTo>
                  <a:lnTo>
                    <a:pt x="1028" y="3551"/>
                  </a:lnTo>
                  <a:lnTo>
                    <a:pt x="716" y="3931"/>
                  </a:lnTo>
                  <a:lnTo>
                    <a:pt x="470" y="4310"/>
                  </a:lnTo>
                  <a:lnTo>
                    <a:pt x="269" y="4712"/>
                  </a:lnTo>
                  <a:lnTo>
                    <a:pt x="180" y="4913"/>
                  </a:lnTo>
                  <a:lnTo>
                    <a:pt x="135" y="5114"/>
                  </a:lnTo>
                  <a:lnTo>
                    <a:pt x="68" y="5315"/>
                  </a:lnTo>
                  <a:lnTo>
                    <a:pt x="46" y="5516"/>
                  </a:lnTo>
                  <a:lnTo>
                    <a:pt x="23" y="5717"/>
                  </a:lnTo>
                  <a:lnTo>
                    <a:pt x="1" y="5918"/>
                  </a:lnTo>
                  <a:lnTo>
                    <a:pt x="1" y="5918"/>
                  </a:lnTo>
                  <a:lnTo>
                    <a:pt x="23" y="6142"/>
                  </a:lnTo>
                  <a:lnTo>
                    <a:pt x="46" y="6365"/>
                  </a:lnTo>
                  <a:lnTo>
                    <a:pt x="90" y="6566"/>
                  </a:lnTo>
                  <a:lnTo>
                    <a:pt x="135" y="6789"/>
                  </a:lnTo>
                  <a:lnTo>
                    <a:pt x="224" y="7013"/>
                  </a:lnTo>
                  <a:lnTo>
                    <a:pt x="314" y="7214"/>
                  </a:lnTo>
                  <a:lnTo>
                    <a:pt x="425" y="7437"/>
                  </a:lnTo>
                  <a:lnTo>
                    <a:pt x="537" y="7638"/>
                  </a:lnTo>
                  <a:lnTo>
                    <a:pt x="671" y="7839"/>
                  </a:lnTo>
                  <a:lnTo>
                    <a:pt x="827" y="8062"/>
                  </a:lnTo>
                  <a:lnTo>
                    <a:pt x="1185" y="8464"/>
                  </a:lnTo>
                  <a:lnTo>
                    <a:pt x="1609" y="8866"/>
                  </a:lnTo>
                  <a:lnTo>
                    <a:pt x="2078" y="9268"/>
                  </a:lnTo>
                  <a:lnTo>
                    <a:pt x="2614" y="9670"/>
                  </a:lnTo>
                  <a:lnTo>
                    <a:pt x="3195" y="10050"/>
                  </a:lnTo>
                  <a:lnTo>
                    <a:pt x="3842" y="10430"/>
                  </a:lnTo>
                  <a:lnTo>
                    <a:pt x="4557" y="10809"/>
                  </a:lnTo>
                  <a:lnTo>
                    <a:pt x="5294" y="11167"/>
                  </a:lnTo>
                  <a:lnTo>
                    <a:pt x="6098" y="11524"/>
                  </a:lnTo>
                  <a:lnTo>
                    <a:pt x="6969" y="11881"/>
                  </a:lnTo>
                  <a:lnTo>
                    <a:pt x="7862" y="12216"/>
                  </a:lnTo>
                  <a:lnTo>
                    <a:pt x="84844" y="12216"/>
                  </a:lnTo>
                  <a:lnTo>
                    <a:pt x="89824" y="9871"/>
                  </a:lnTo>
                  <a:lnTo>
                    <a:pt x="89824" y="1988"/>
                  </a:lnTo>
                  <a:lnTo>
                    <a:pt x="89824" y="1988"/>
                  </a:lnTo>
                  <a:lnTo>
                    <a:pt x="89400" y="1720"/>
                  </a:lnTo>
                  <a:lnTo>
                    <a:pt x="88975" y="1474"/>
                  </a:lnTo>
                  <a:lnTo>
                    <a:pt x="88506" y="1206"/>
                  </a:lnTo>
                  <a:lnTo>
                    <a:pt x="88015" y="961"/>
                  </a:lnTo>
                  <a:lnTo>
                    <a:pt x="87501" y="715"/>
                  </a:lnTo>
                  <a:lnTo>
                    <a:pt x="86965" y="469"/>
                  </a:lnTo>
                  <a:lnTo>
                    <a:pt x="85826" y="0"/>
                  </a:lnTo>
                  <a:lnTo>
                    <a:pt x="85826"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247" name="Google Shape;247;p11"/>
            <p:cNvSpPr/>
            <p:nvPr/>
          </p:nvSpPr>
          <p:spPr>
            <a:xfrm>
              <a:off x="4306084" y="3738493"/>
              <a:ext cx="4837921" cy="747038"/>
            </a:xfrm>
            <a:custGeom>
              <a:rect b="b" l="l" r="r" t="t"/>
              <a:pathLst>
                <a:path extrusionOk="0" fill="none" h="13870" w="89824">
                  <a:moveTo>
                    <a:pt x="79372" y="0"/>
                  </a:moveTo>
                  <a:lnTo>
                    <a:pt x="79372" y="0"/>
                  </a:lnTo>
                  <a:lnTo>
                    <a:pt x="77764" y="380"/>
                  </a:lnTo>
                  <a:lnTo>
                    <a:pt x="76067" y="737"/>
                  </a:lnTo>
                  <a:lnTo>
                    <a:pt x="74325" y="1072"/>
                  </a:lnTo>
                  <a:lnTo>
                    <a:pt x="72494" y="1407"/>
                  </a:lnTo>
                  <a:lnTo>
                    <a:pt x="70595" y="1698"/>
                  </a:lnTo>
                  <a:lnTo>
                    <a:pt x="68652" y="1966"/>
                  </a:lnTo>
                  <a:lnTo>
                    <a:pt x="66642" y="2234"/>
                  </a:lnTo>
                  <a:lnTo>
                    <a:pt x="64565" y="2457"/>
                  </a:lnTo>
                  <a:lnTo>
                    <a:pt x="62444" y="2658"/>
                  </a:lnTo>
                  <a:lnTo>
                    <a:pt x="60278" y="2859"/>
                  </a:lnTo>
                  <a:lnTo>
                    <a:pt x="58044" y="3015"/>
                  </a:lnTo>
                  <a:lnTo>
                    <a:pt x="55789" y="3127"/>
                  </a:lnTo>
                  <a:lnTo>
                    <a:pt x="53488" y="3239"/>
                  </a:lnTo>
                  <a:lnTo>
                    <a:pt x="51143" y="3306"/>
                  </a:lnTo>
                  <a:lnTo>
                    <a:pt x="48754" y="3350"/>
                  </a:lnTo>
                  <a:lnTo>
                    <a:pt x="46364" y="3373"/>
                  </a:lnTo>
                  <a:lnTo>
                    <a:pt x="46364" y="3373"/>
                  </a:lnTo>
                  <a:lnTo>
                    <a:pt x="43952" y="3350"/>
                  </a:lnTo>
                  <a:lnTo>
                    <a:pt x="41563" y="3306"/>
                  </a:lnTo>
                  <a:lnTo>
                    <a:pt x="39218" y="3239"/>
                  </a:lnTo>
                  <a:lnTo>
                    <a:pt x="36917" y="3127"/>
                  </a:lnTo>
                  <a:lnTo>
                    <a:pt x="34662" y="3015"/>
                  </a:lnTo>
                  <a:lnTo>
                    <a:pt x="32451" y="2859"/>
                  </a:lnTo>
                  <a:lnTo>
                    <a:pt x="30262" y="2658"/>
                  </a:lnTo>
                  <a:lnTo>
                    <a:pt x="28140" y="2457"/>
                  </a:lnTo>
                  <a:lnTo>
                    <a:pt x="26086" y="2234"/>
                  </a:lnTo>
                  <a:lnTo>
                    <a:pt x="24053" y="1966"/>
                  </a:lnTo>
                  <a:lnTo>
                    <a:pt x="22111" y="1698"/>
                  </a:lnTo>
                  <a:lnTo>
                    <a:pt x="20212" y="1407"/>
                  </a:lnTo>
                  <a:lnTo>
                    <a:pt x="18381" y="1072"/>
                  </a:lnTo>
                  <a:lnTo>
                    <a:pt x="16639" y="737"/>
                  </a:lnTo>
                  <a:lnTo>
                    <a:pt x="14942" y="380"/>
                  </a:lnTo>
                  <a:lnTo>
                    <a:pt x="13334" y="0"/>
                  </a:lnTo>
                  <a:lnTo>
                    <a:pt x="13334" y="0"/>
                  </a:lnTo>
                  <a:lnTo>
                    <a:pt x="11815" y="380"/>
                  </a:lnTo>
                  <a:lnTo>
                    <a:pt x="10386" y="782"/>
                  </a:lnTo>
                  <a:lnTo>
                    <a:pt x="9046" y="1229"/>
                  </a:lnTo>
                  <a:lnTo>
                    <a:pt x="7773" y="1653"/>
                  </a:lnTo>
                  <a:lnTo>
                    <a:pt x="6589" y="2122"/>
                  </a:lnTo>
                  <a:lnTo>
                    <a:pt x="5495" y="2591"/>
                  </a:lnTo>
                  <a:lnTo>
                    <a:pt x="4490" y="3060"/>
                  </a:lnTo>
                  <a:lnTo>
                    <a:pt x="4021" y="3328"/>
                  </a:lnTo>
                  <a:lnTo>
                    <a:pt x="3574" y="3574"/>
                  </a:lnTo>
                  <a:lnTo>
                    <a:pt x="3150" y="3819"/>
                  </a:lnTo>
                  <a:lnTo>
                    <a:pt x="2770" y="4087"/>
                  </a:lnTo>
                  <a:lnTo>
                    <a:pt x="2391" y="4333"/>
                  </a:lnTo>
                  <a:lnTo>
                    <a:pt x="2056" y="4601"/>
                  </a:lnTo>
                  <a:lnTo>
                    <a:pt x="1743" y="4869"/>
                  </a:lnTo>
                  <a:lnTo>
                    <a:pt x="1430" y="5137"/>
                  </a:lnTo>
                  <a:lnTo>
                    <a:pt x="1162" y="5405"/>
                  </a:lnTo>
                  <a:lnTo>
                    <a:pt x="939" y="5673"/>
                  </a:lnTo>
                  <a:lnTo>
                    <a:pt x="716" y="5941"/>
                  </a:lnTo>
                  <a:lnTo>
                    <a:pt x="537" y="6231"/>
                  </a:lnTo>
                  <a:lnTo>
                    <a:pt x="381" y="6499"/>
                  </a:lnTo>
                  <a:lnTo>
                    <a:pt x="247" y="6790"/>
                  </a:lnTo>
                  <a:lnTo>
                    <a:pt x="135" y="7058"/>
                  </a:lnTo>
                  <a:lnTo>
                    <a:pt x="68" y="7348"/>
                  </a:lnTo>
                  <a:lnTo>
                    <a:pt x="23" y="7638"/>
                  </a:lnTo>
                  <a:lnTo>
                    <a:pt x="1" y="7929"/>
                  </a:lnTo>
                  <a:lnTo>
                    <a:pt x="1" y="7929"/>
                  </a:lnTo>
                  <a:lnTo>
                    <a:pt x="23" y="8130"/>
                  </a:lnTo>
                  <a:lnTo>
                    <a:pt x="46" y="8331"/>
                  </a:lnTo>
                  <a:lnTo>
                    <a:pt x="68" y="8532"/>
                  </a:lnTo>
                  <a:lnTo>
                    <a:pt x="135" y="8733"/>
                  </a:lnTo>
                  <a:lnTo>
                    <a:pt x="180" y="8934"/>
                  </a:lnTo>
                  <a:lnTo>
                    <a:pt x="269" y="9135"/>
                  </a:lnTo>
                  <a:lnTo>
                    <a:pt x="470" y="9537"/>
                  </a:lnTo>
                  <a:lnTo>
                    <a:pt x="716" y="9916"/>
                  </a:lnTo>
                  <a:lnTo>
                    <a:pt x="1028" y="10318"/>
                  </a:lnTo>
                  <a:lnTo>
                    <a:pt x="1386" y="10698"/>
                  </a:lnTo>
                  <a:lnTo>
                    <a:pt x="1810" y="11055"/>
                  </a:lnTo>
                  <a:lnTo>
                    <a:pt x="2279" y="11435"/>
                  </a:lnTo>
                  <a:lnTo>
                    <a:pt x="2793" y="11792"/>
                  </a:lnTo>
                  <a:lnTo>
                    <a:pt x="3351" y="12150"/>
                  </a:lnTo>
                  <a:lnTo>
                    <a:pt x="3976" y="12507"/>
                  </a:lnTo>
                  <a:lnTo>
                    <a:pt x="4624" y="12864"/>
                  </a:lnTo>
                  <a:lnTo>
                    <a:pt x="5338" y="13199"/>
                  </a:lnTo>
                  <a:lnTo>
                    <a:pt x="6075" y="13534"/>
                  </a:lnTo>
                  <a:lnTo>
                    <a:pt x="6879" y="13869"/>
                  </a:lnTo>
                  <a:lnTo>
                    <a:pt x="6879" y="13869"/>
                  </a:lnTo>
                  <a:lnTo>
                    <a:pt x="7661" y="13557"/>
                  </a:lnTo>
                  <a:lnTo>
                    <a:pt x="8487" y="13266"/>
                  </a:lnTo>
                  <a:lnTo>
                    <a:pt x="9336" y="12976"/>
                  </a:lnTo>
                  <a:lnTo>
                    <a:pt x="10229" y="12708"/>
                  </a:lnTo>
                  <a:lnTo>
                    <a:pt x="11167" y="12440"/>
                  </a:lnTo>
                  <a:lnTo>
                    <a:pt x="12128" y="12172"/>
                  </a:lnTo>
                  <a:lnTo>
                    <a:pt x="13110" y="11904"/>
                  </a:lnTo>
                  <a:lnTo>
                    <a:pt x="14138" y="11658"/>
                  </a:lnTo>
                  <a:lnTo>
                    <a:pt x="15210" y="11413"/>
                  </a:lnTo>
                  <a:lnTo>
                    <a:pt x="16282" y="11189"/>
                  </a:lnTo>
                  <a:lnTo>
                    <a:pt x="17421" y="10966"/>
                  </a:lnTo>
                  <a:lnTo>
                    <a:pt x="18560" y="10743"/>
                  </a:lnTo>
                  <a:lnTo>
                    <a:pt x="20927" y="10318"/>
                  </a:lnTo>
                  <a:lnTo>
                    <a:pt x="23428" y="9961"/>
                  </a:lnTo>
                  <a:lnTo>
                    <a:pt x="25996" y="9626"/>
                  </a:lnTo>
                  <a:lnTo>
                    <a:pt x="28676" y="9336"/>
                  </a:lnTo>
                  <a:lnTo>
                    <a:pt x="31446" y="9068"/>
                  </a:lnTo>
                  <a:lnTo>
                    <a:pt x="34304" y="8867"/>
                  </a:lnTo>
                  <a:lnTo>
                    <a:pt x="37208" y="8688"/>
                  </a:lnTo>
                  <a:lnTo>
                    <a:pt x="40200" y="8576"/>
                  </a:lnTo>
                  <a:lnTo>
                    <a:pt x="43260" y="8509"/>
                  </a:lnTo>
                  <a:lnTo>
                    <a:pt x="46364" y="8487"/>
                  </a:lnTo>
                  <a:lnTo>
                    <a:pt x="46364" y="8487"/>
                  </a:lnTo>
                  <a:lnTo>
                    <a:pt x="49468" y="8509"/>
                  </a:lnTo>
                  <a:lnTo>
                    <a:pt x="52506" y="8576"/>
                  </a:lnTo>
                  <a:lnTo>
                    <a:pt x="55498" y="8688"/>
                  </a:lnTo>
                  <a:lnTo>
                    <a:pt x="58424" y="8867"/>
                  </a:lnTo>
                  <a:lnTo>
                    <a:pt x="61260" y="9068"/>
                  </a:lnTo>
                  <a:lnTo>
                    <a:pt x="64029" y="9336"/>
                  </a:lnTo>
                  <a:lnTo>
                    <a:pt x="66709" y="9626"/>
                  </a:lnTo>
                  <a:lnTo>
                    <a:pt x="69278" y="9961"/>
                  </a:lnTo>
                  <a:lnTo>
                    <a:pt x="71779" y="10318"/>
                  </a:lnTo>
                  <a:lnTo>
                    <a:pt x="74146" y="10743"/>
                  </a:lnTo>
                  <a:lnTo>
                    <a:pt x="75308" y="10966"/>
                  </a:lnTo>
                  <a:lnTo>
                    <a:pt x="76424" y="11189"/>
                  </a:lnTo>
                  <a:lnTo>
                    <a:pt x="77496" y="11413"/>
                  </a:lnTo>
                  <a:lnTo>
                    <a:pt x="78568" y="11658"/>
                  </a:lnTo>
                  <a:lnTo>
                    <a:pt x="79596" y="11904"/>
                  </a:lnTo>
                  <a:lnTo>
                    <a:pt x="80578" y="12172"/>
                  </a:lnTo>
                  <a:lnTo>
                    <a:pt x="81538" y="12440"/>
                  </a:lnTo>
                  <a:lnTo>
                    <a:pt x="82476" y="12708"/>
                  </a:lnTo>
                  <a:lnTo>
                    <a:pt x="83370" y="12976"/>
                  </a:lnTo>
                  <a:lnTo>
                    <a:pt x="84218" y="13266"/>
                  </a:lnTo>
                  <a:lnTo>
                    <a:pt x="85045" y="13557"/>
                  </a:lnTo>
                  <a:lnTo>
                    <a:pt x="85826" y="13869"/>
                  </a:lnTo>
                  <a:lnTo>
                    <a:pt x="85826" y="13869"/>
                  </a:lnTo>
                  <a:lnTo>
                    <a:pt x="86965" y="13378"/>
                  </a:lnTo>
                  <a:lnTo>
                    <a:pt x="88015" y="12887"/>
                  </a:lnTo>
                  <a:lnTo>
                    <a:pt x="88506" y="12641"/>
                  </a:lnTo>
                  <a:lnTo>
                    <a:pt x="88975" y="12395"/>
                  </a:lnTo>
                  <a:lnTo>
                    <a:pt x="89400" y="12127"/>
                  </a:lnTo>
                  <a:lnTo>
                    <a:pt x="89824" y="11859"/>
                  </a:lnTo>
                  <a:lnTo>
                    <a:pt x="89824" y="3998"/>
                  </a:lnTo>
                  <a:lnTo>
                    <a:pt x="89824" y="3998"/>
                  </a:lnTo>
                  <a:lnTo>
                    <a:pt x="89377" y="3708"/>
                  </a:lnTo>
                  <a:lnTo>
                    <a:pt x="88886" y="3440"/>
                  </a:lnTo>
                  <a:lnTo>
                    <a:pt x="88395" y="3149"/>
                  </a:lnTo>
                  <a:lnTo>
                    <a:pt x="87859" y="2881"/>
                  </a:lnTo>
                  <a:lnTo>
                    <a:pt x="87300" y="2613"/>
                  </a:lnTo>
                  <a:lnTo>
                    <a:pt x="86697" y="2368"/>
                  </a:lnTo>
                  <a:lnTo>
                    <a:pt x="86094" y="2100"/>
                  </a:lnTo>
                  <a:lnTo>
                    <a:pt x="85447" y="1854"/>
                  </a:lnTo>
                  <a:lnTo>
                    <a:pt x="84084" y="1363"/>
                  </a:lnTo>
                  <a:lnTo>
                    <a:pt x="82610" y="871"/>
                  </a:lnTo>
                  <a:lnTo>
                    <a:pt x="81047" y="425"/>
                  </a:lnTo>
                  <a:lnTo>
                    <a:pt x="79372" y="0"/>
                  </a:lnTo>
                  <a:lnTo>
                    <a:pt x="79372"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248" name="Google Shape;248;p11"/>
            <p:cNvSpPr/>
            <p:nvPr/>
          </p:nvSpPr>
          <p:spPr>
            <a:xfrm>
              <a:off x="4306084" y="2701610"/>
              <a:ext cx="4837921" cy="1036913"/>
            </a:xfrm>
            <a:custGeom>
              <a:rect b="b" l="l" r="r" t="t"/>
              <a:pathLst>
                <a:path extrusionOk="0" fill="none" h="19252" w="89824">
                  <a:moveTo>
                    <a:pt x="46364" y="1"/>
                  </a:moveTo>
                  <a:lnTo>
                    <a:pt x="46364" y="1"/>
                  </a:lnTo>
                  <a:lnTo>
                    <a:pt x="43974" y="1"/>
                  </a:lnTo>
                  <a:lnTo>
                    <a:pt x="41607" y="45"/>
                  </a:lnTo>
                  <a:lnTo>
                    <a:pt x="39307" y="135"/>
                  </a:lnTo>
                  <a:lnTo>
                    <a:pt x="37007" y="224"/>
                  </a:lnTo>
                  <a:lnTo>
                    <a:pt x="34773" y="358"/>
                  </a:lnTo>
                  <a:lnTo>
                    <a:pt x="32562" y="492"/>
                  </a:lnTo>
                  <a:lnTo>
                    <a:pt x="30418" y="671"/>
                  </a:lnTo>
                  <a:lnTo>
                    <a:pt x="28319" y="872"/>
                  </a:lnTo>
                  <a:lnTo>
                    <a:pt x="26264" y="1117"/>
                  </a:lnTo>
                  <a:lnTo>
                    <a:pt x="24254" y="1363"/>
                  </a:lnTo>
                  <a:lnTo>
                    <a:pt x="22334" y="1631"/>
                  </a:lnTo>
                  <a:lnTo>
                    <a:pt x="20436" y="1921"/>
                  </a:lnTo>
                  <a:lnTo>
                    <a:pt x="18627" y="2234"/>
                  </a:lnTo>
                  <a:lnTo>
                    <a:pt x="16885" y="2569"/>
                  </a:lnTo>
                  <a:lnTo>
                    <a:pt x="15187" y="2926"/>
                  </a:lnTo>
                  <a:lnTo>
                    <a:pt x="13579" y="3306"/>
                  </a:lnTo>
                  <a:lnTo>
                    <a:pt x="12038" y="3708"/>
                  </a:lnTo>
                  <a:lnTo>
                    <a:pt x="10587" y="4110"/>
                  </a:lnTo>
                  <a:lnTo>
                    <a:pt x="9224" y="4534"/>
                  </a:lnTo>
                  <a:lnTo>
                    <a:pt x="7929" y="4981"/>
                  </a:lnTo>
                  <a:lnTo>
                    <a:pt x="6723" y="5450"/>
                  </a:lnTo>
                  <a:lnTo>
                    <a:pt x="5606" y="5919"/>
                  </a:lnTo>
                  <a:lnTo>
                    <a:pt x="4579" y="6410"/>
                  </a:lnTo>
                  <a:lnTo>
                    <a:pt x="4110" y="6656"/>
                  </a:lnTo>
                  <a:lnTo>
                    <a:pt x="3641" y="6901"/>
                  </a:lnTo>
                  <a:lnTo>
                    <a:pt x="3217" y="7169"/>
                  </a:lnTo>
                  <a:lnTo>
                    <a:pt x="2815" y="7415"/>
                  </a:lnTo>
                  <a:lnTo>
                    <a:pt x="2435" y="7683"/>
                  </a:lnTo>
                  <a:lnTo>
                    <a:pt x="2100" y="7951"/>
                  </a:lnTo>
                  <a:lnTo>
                    <a:pt x="1765" y="8219"/>
                  </a:lnTo>
                  <a:lnTo>
                    <a:pt x="1475" y="8487"/>
                  </a:lnTo>
                  <a:lnTo>
                    <a:pt x="1185" y="8755"/>
                  </a:lnTo>
                  <a:lnTo>
                    <a:pt x="961" y="9023"/>
                  </a:lnTo>
                  <a:lnTo>
                    <a:pt x="738" y="9313"/>
                  </a:lnTo>
                  <a:lnTo>
                    <a:pt x="537" y="9581"/>
                  </a:lnTo>
                  <a:lnTo>
                    <a:pt x="381" y="9872"/>
                  </a:lnTo>
                  <a:lnTo>
                    <a:pt x="247" y="10140"/>
                  </a:lnTo>
                  <a:lnTo>
                    <a:pt x="135" y="10430"/>
                  </a:lnTo>
                  <a:lnTo>
                    <a:pt x="68" y="10720"/>
                  </a:lnTo>
                  <a:lnTo>
                    <a:pt x="23" y="11011"/>
                  </a:lnTo>
                  <a:lnTo>
                    <a:pt x="1" y="11301"/>
                  </a:lnTo>
                  <a:lnTo>
                    <a:pt x="1" y="11301"/>
                  </a:lnTo>
                  <a:lnTo>
                    <a:pt x="23" y="11591"/>
                  </a:lnTo>
                  <a:lnTo>
                    <a:pt x="68" y="11882"/>
                  </a:lnTo>
                  <a:lnTo>
                    <a:pt x="135" y="12172"/>
                  </a:lnTo>
                  <a:lnTo>
                    <a:pt x="247" y="12462"/>
                  </a:lnTo>
                  <a:lnTo>
                    <a:pt x="381" y="12730"/>
                  </a:lnTo>
                  <a:lnTo>
                    <a:pt x="537" y="13021"/>
                  </a:lnTo>
                  <a:lnTo>
                    <a:pt x="716" y="13289"/>
                  </a:lnTo>
                  <a:lnTo>
                    <a:pt x="939" y="13557"/>
                  </a:lnTo>
                  <a:lnTo>
                    <a:pt x="1162" y="13847"/>
                  </a:lnTo>
                  <a:lnTo>
                    <a:pt x="1430" y="14115"/>
                  </a:lnTo>
                  <a:lnTo>
                    <a:pt x="1743" y="14383"/>
                  </a:lnTo>
                  <a:lnTo>
                    <a:pt x="2056" y="14629"/>
                  </a:lnTo>
                  <a:lnTo>
                    <a:pt x="2391" y="14897"/>
                  </a:lnTo>
                  <a:lnTo>
                    <a:pt x="2770" y="15165"/>
                  </a:lnTo>
                  <a:lnTo>
                    <a:pt x="3150" y="15410"/>
                  </a:lnTo>
                  <a:lnTo>
                    <a:pt x="3574" y="15678"/>
                  </a:lnTo>
                  <a:lnTo>
                    <a:pt x="4021" y="15924"/>
                  </a:lnTo>
                  <a:lnTo>
                    <a:pt x="4490" y="16170"/>
                  </a:lnTo>
                  <a:lnTo>
                    <a:pt x="5495" y="16661"/>
                  </a:lnTo>
                  <a:lnTo>
                    <a:pt x="6589" y="17130"/>
                  </a:lnTo>
                  <a:lnTo>
                    <a:pt x="7773" y="17577"/>
                  </a:lnTo>
                  <a:lnTo>
                    <a:pt x="9046" y="18023"/>
                  </a:lnTo>
                  <a:lnTo>
                    <a:pt x="10386" y="18447"/>
                  </a:lnTo>
                  <a:lnTo>
                    <a:pt x="11815" y="18849"/>
                  </a:lnTo>
                  <a:lnTo>
                    <a:pt x="13334" y="19251"/>
                  </a:lnTo>
                  <a:lnTo>
                    <a:pt x="13334" y="19251"/>
                  </a:lnTo>
                  <a:lnTo>
                    <a:pt x="14942" y="18872"/>
                  </a:lnTo>
                  <a:lnTo>
                    <a:pt x="16639" y="18492"/>
                  </a:lnTo>
                  <a:lnTo>
                    <a:pt x="18381" y="18157"/>
                  </a:lnTo>
                  <a:lnTo>
                    <a:pt x="20212" y="17845"/>
                  </a:lnTo>
                  <a:lnTo>
                    <a:pt x="22111" y="17532"/>
                  </a:lnTo>
                  <a:lnTo>
                    <a:pt x="24053" y="17264"/>
                  </a:lnTo>
                  <a:lnTo>
                    <a:pt x="26086" y="16996"/>
                  </a:lnTo>
                  <a:lnTo>
                    <a:pt x="28140" y="16773"/>
                  </a:lnTo>
                  <a:lnTo>
                    <a:pt x="30262" y="16572"/>
                  </a:lnTo>
                  <a:lnTo>
                    <a:pt x="32451" y="16393"/>
                  </a:lnTo>
                  <a:lnTo>
                    <a:pt x="34662" y="16237"/>
                  </a:lnTo>
                  <a:lnTo>
                    <a:pt x="36917" y="16103"/>
                  </a:lnTo>
                  <a:lnTo>
                    <a:pt x="39218" y="15991"/>
                  </a:lnTo>
                  <a:lnTo>
                    <a:pt x="41563" y="15924"/>
                  </a:lnTo>
                  <a:lnTo>
                    <a:pt x="43952" y="15879"/>
                  </a:lnTo>
                  <a:lnTo>
                    <a:pt x="46364" y="15857"/>
                  </a:lnTo>
                  <a:lnTo>
                    <a:pt x="46364" y="15857"/>
                  </a:lnTo>
                  <a:lnTo>
                    <a:pt x="48754" y="15879"/>
                  </a:lnTo>
                  <a:lnTo>
                    <a:pt x="51143" y="15924"/>
                  </a:lnTo>
                  <a:lnTo>
                    <a:pt x="53488" y="15991"/>
                  </a:lnTo>
                  <a:lnTo>
                    <a:pt x="55789" y="16103"/>
                  </a:lnTo>
                  <a:lnTo>
                    <a:pt x="58044" y="16237"/>
                  </a:lnTo>
                  <a:lnTo>
                    <a:pt x="60278" y="16393"/>
                  </a:lnTo>
                  <a:lnTo>
                    <a:pt x="62444" y="16572"/>
                  </a:lnTo>
                  <a:lnTo>
                    <a:pt x="64565" y="16773"/>
                  </a:lnTo>
                  <a:lnTo>
                    <a:pt x="66642" y="16996"/>
                  </a:lnTo>
                  <a:lnTo>
                    <a:pt x="68652" y="17264"/>
                  </a:lnTo>
                  <a:lnTo>
                    <a:pt x="70595" y="17532"/>
                  </a:lnTo>
                  <a:lnTo>
                    <a:pt x="72494" y="17845"/>
                  </a:lnTo>
                  <a:lnTo>
                    <a:pt x="74325" y="18157"/>
                  </a:lnTo>
                  <a:lnTo>
                    <a:pt x="76067" y="18492"/>
                  </a:lnTo>
                  <a:lnTo>
                    <a:pt x="77764" y="18872"/>
                  </a:lnTo>
                  <a:lnTo>
                    <a:pt x="79372" y="19251"/>
                  </a:lnTo>
                  <a:lnTo>
                    <a:pt x="79372" y="19251"/>
                  </a:lnTo>
                  <a:lnTo>
                    <a:pt x="81047" y="18805"/>
                  </a:lnTo>
                  <a:lnTo>
                    <a:pt x="82610" y="18358"/>
                  </a:lnTo>
                  <a:lnTo>
                    <a:pt x="84084" y="17889"/>
                  </a:lnTo>
                  <a:lnTo>
                    <a:pt x="85447" y="17398"/>
                  </a:lnTo>
                  <a:lnTo>
                    <a:pt x="86094" y="17130"/>
                  </a:lnTo>
                  <a:lnTo>
                    <a:pt x="86697" y="16884"/>
                  </a:lnTo>
                  <a:lnTo>
                    <a:pt x="87300" y="16616"/>
                  </a:lnTo>
                  <a:lnTo>
                    <a:pt x="87859" y="16348"/>
                  </a:lnTo>
                  <a:lnTo>
                    <a:pt x="88395" y="16080"/>
                  </a:lnTo>
                  <a:lnTo>
                    <a:pt x="88886" y="15812"/>
                  </a:lnTo>
                  <a:lnTo>
                    <a:pt x="89377" y="15522"/>
                  </a:lnTo>
                  <a:lnTo>
                    <a:pt x="89824" y="15254"/>
                  </a:lnTo>
                  <a:lnTo>
                    <a:pt x="89824" y="7370"/>
                  </a:lnTo>
                  <a:lnTo>
                    <a:pt x="89824" y="7370"/>
                  </a:lnTo>
                  <a:lnTo>
                    <a:pt x="89176" y="6968"/>
                  </a:lnTo>
                  <a:lnTo>
                    <a:pt x="88462" y="6566"/>
                  </a:lnTo>
                  <a:lnTo>
                    <a:pt x="87702" y="6187"/>
                  </a:lnTo>
                  <a:lnTo>
                    <a:pt x="86876" y="5807"/>
                  </a:lnTo>
                  <a:lnTo>
                    <a:pt x="86005" y="5450"/>
                  </a:lnTo>
                  <a:lnTo>
                    <a:pt x="85067" y="5092"/>
                  </a:lnTo>
                  <a:lnTo>
                    <a:pt x="84084" y="4735"/>
                  </a:lnTo>
                  <a:lnTo>
                    <a:pt x="83057" y="4400"/>
                  </a:lnTo>
                  <a:lnTo>
                    <a:pt x="81985" y="4065"/>
                  </a:lnTo>
                  <a:lnTo>
                    <a:pt x="80846" y="3752"/>
                  </a:lnTo>
                  <a:lnTo>
                    <a:pt x="79663" y="3440"/>
                  </a:lnTo>
                  <a:lnTo>
                    <a:pt x="78434" y="3149"/>
                  </a:lnTo>
                  <a:lnTo>
                    <a:pt x="77161" y="2859"/>
                  </a:lnTo>
                  <a:lnTo>
                    <a:pt x="75844" y="2569"/>
                  </a:lnTo>
                  <a:lnTo>
                    <a:pt x="74504" y="2323"/>
                  </a:lnTo>
                  <a:lnTo>
                    <a:pt x="73097" y="2055"/>
                  </a:lnTo>
                  <a:lnTo>
                    <a:pt x="71667" y="1832"/>
                  </a:lnTo>
                  <a:lnTo>
                    <a:pt x="70193" y="1609"/>
                  </a:lnTo>
                  <a:lnTo>
                    <a:pt x="68675" y="1385"/>
                  </a:lnTo>
                  <a:lnTo>
                    <a:pt x="67134" y="1184"/>
                  </a:lnTo>
                  <a:lnTo>
                    <a:pt x="65548" y="1006"/>
                  </a:lnTo>
                  <a:lnTo>
                    <a:pt x="63940" y="827"/>
                  </a:lnTo>
                  <a:lnTo>
                    <a:pt x="62310" y="671"/>
                  </a:lnTo>
                  <a:lnTo>
                    <a:pt x="60635" y="537"/>
                  </a:lnTo>
                  <a:lnTo>
                    <a:pt x="58938" y="425"/>
                  </a:lnTo>
                  <a:lnTo>
                    <a:pt x="57196" y="313"/>
                  </a:lnTo>
                  <a:lnTo>
                    <a:pt x="55454" y="202"/>
                  </a:lnTo>
                  <a:lnTo>
                    <a:pt x="53667" y="135"/>
                  </a:lnTo>
                  <a:lnTo>
                    <a:pt x="51880" y="68"/>
                  </a:lnTo>
                  <a:lnTo>
                    <a:pt x="50049" y="23"/>
                  </a:lnTo>
                  <a:lnTo>
                    <a:pt x="48218" y="1"/>
                  </a:lnTo>
                  <a:lnTo>
                    <a:pt x="46364" y="1"/>
                  </a:lnTo>
                  <a:lnTo>
                    <a:pt x="46364" y="1"/>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grpSp>
      <p:sp>
        <p:nvSpPr>
          <p:cNvPr id="249" name="Google Shape;249;p11"/>
          <p:cNvSpPr txBox="1"/>
          <p:nvPr>
            <p:ph idx="1" type="subTitle"/>
          </p:nvPr>
        </p:nvSpPr>
        <p:spPr>
          <a:xfrm>
            <a:off x="278850" y="2976125"/>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0" name="Google Shape;250;p11"/>
          <p:cNvSpPr txBox="1"/>
          <p:nvPr>
            <p:ph idx="3" type="subTitle"/>
          </p:nvPr>
        </p:nvSpPr>
        <p:spPr>
          <a:xfrm>
            <a:off x="1720650" y="258930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1" name="Google Shape;251;p11"/>
          <p:cNvSpPr txBox="1"/>
          <p:nvPr>
            <p:ph idx="4" type="subTitle"/>
          </p:nvPr>
        </p:nvSpPr>
        <p:spPr>
          <a:xfrm>
            <a:off x="3155400" y="230665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2" name="Google Shape;252;p11"/>
          <p:cNvSpPr txBox="1"/>
          <p:nvPr>
            <p:ph idx="5" type="subTitle"/>
          </p:nvPr>
        </p:nvSpPr>
        <p:spPr>
          <a:xfrm>
            <a:off x="4597200" y="199320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3" name="Google Shape;253;p11"/>
          <p:cNvSpPr txBox="1"/>
          <p:nvPr>
            <p:ph idx="6" type="subTitle"/>
          </p:nvPr>
        </p:nvSpPr>
        <p:spPr>
          <a:xfrm>
            <a:off x="6031950" y="164910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4" name="Google Shape;254;p11"/>
          <p:cNvSpPr txBox="1"/>
          <p:nvPr>
            <p:ph idx="7" type="subTitle"/>
          </p:nvPr>
        </p:nvSpPr>
        <p:spPr>
          <a:xfrm>
            <a:off x="7473750" y="127795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grpSp>
        <p:nvGrpSpPr>
          <p:cNvPr id="255" name="Google Shape;255;p11"/>
          <p:cNvGrpSpPr/>
          <p:nvPr/>
        </p:nvGrpSpPr>
        <p:grpSpPr>
          <a:xfrm>
            <a:off x="2674998" y="2923250"/>
            <a:ext cx="6470027" cy="2221724"/>
            <a:chOff x="2674998" y="2923250"/>
            <a:chExt cx="6470027" cy="2221724"/>
          </a:xfrm>
        </p:grpSpPr>
        <p:sp>
          <p:nvSpPr>
            <p:cNvPr id="256" name="Google Shape;256;p11"/>
            <p:cNvSpPr/>
            <p:nvPr/>
          </p:nvSpPr>
          <p:spPr>
            <a:xfrm flipH="1">
              <a:off x="2674998" y="2923250"/>
              <a:ext cx="6469577" cy="2221028"/>
            </a:xfrm>
            <a:custGeom>
              <a:rect b="b" l="l" r="r" t="t"/>
              <a:pathLst>
                <a:path extrusionOk="0" h="140705" w="409856">
                  <a:moveTo>
                    <a:pt x="31655" y="0"/>
                  </a:moveTo>
                  <a:lnTo>
                    <a:pt x="0" y="140608"/>
                  </a:lnTo>
                  <a:lnTo>
                    <a:pt x="198782" y="140640"/>
                  </a:lnTo>
                  <a:lnTo>
                    <a:pt x="409856" y="140705"/>
                  </a:lnTo>
                  <a:close/>
                </a:path>
              </a:pathLst>
            </a:custGeom>
            <a:gradFill>
              <a:gsLst>
                <a:gs pos="0">
                  <a:schemeClr val="accent3"/>
                </a:gs>
                <a:gs pos="35000">
                  <a:schemeClr val="accent3"/>
                </a:gs>
                <a:gs pos="100000">
                  <a:schemeClr val="accent1"/>
                </a:gs>
              </a:gsLst>
              <a:lin ang="8099331" scaled="0"/>
            </a:gradFill>
            <a:ln>
              <a:noFill/>
            </a:ln>
          </p:spPr>
        </p:sp>
        <p:sp>
          <p:nvSpPr>
            <p:cNvPr id="257" name="Google Shape;257;p11"/>
            <p:cNvSpPr/>
            <p:nvPr/>
          </p:nvSpPr>
          <p:spPr>
            <a:xfrm flipH="1">
              <a:off x="8645446" y="2924025"/>
              <a:ext cx="499579" cy="2220949"/>
            </a:xfrm>
            <a:custGeom>
              <a:rect b="b" l="l" r="r" t="t"/>
              <a:pathLst>
                <a:path extrusionOk="0" h="140700" w="31649">
                  <a:moveTo>
                    <a:pt x="31649" y="0"/>
                  </a:moveTo>
                  <a:lnTo>
                    <a:pt x="0" y="140700"/>
                  </a:lnTo>
                  <a:lnTo>
                    <a:pt x="65" y="53185"/>
                  </a:lnTo>
                  <a:close/>
                </a:path>
              </a:pathLst>
            </a:custGeom>
            <a:solidFill>
              <a:schemeClr val="accent5"/>
            </a:solidFill>
            <a:ln>
              <a:noFill/>
            </a:ln>
          </p:spPr>
        </p:sp>
      </p:grpSp>
      <p:sp>
        <p:nvSpPr>
          <p:cNvPr id="258" name="Google Shape;258;p11"/>
          <p:cNvSpPr txBox="1"/>
          <p:nvPr>
            <p:ph idx="8"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2">
  <p:cSld name="BLANK_1_1_1_1_1_1_1_1_1_1_7">
    <p:spTree>
      <p:nvGrpSpPr>
        <p:cNvPr id="259" name="Shape 259"/>
        <p:cNvGrpSpPr/>
        <p:nvPr/>
      </p:nvGrpSpPr>
      <p:grpSpPr>
        <a:xfrm>
          <a:off x="0" y="0"/>
          <a:ext cx="0" cy="0"/>
          <a:chOff x="0" y="0"/>
          <a:chExt cx="0" cy="0"/>
        </a:xfrm>
      </p:grpSpPr>
      <p:sp>
        <p:nvSpPr>
          <p:cNvPr id="260" name="Google Shape;260;p12"/>
          <p:cNvSpPr/>
          <p:nvPr/>
        </p:nvSpPr>
        <p:spPr>
          <a:xfrm>
            <a:off x="5050850" y="3243900"/>
            <a:ext cx="4093093" cy="1899657"/>
          </a:xfrm>
          <a:custGeom>
            <a:rect b="b" l="l" r="r" t="t"/>
            <a:pathLst>
              <a:path extrusionOk="0" fill="none" h="54955" w="115714">
                <a:moveTo>
                  <a:pt x="115714" y="0"/>
                </a:moveTo>
                <a:lnTo>
                  <a:pt x="115714" y="0"/>
                </a:lnTo>
                <a:lnTo>
                  <a:pt x="113184" y="224"/>
                </a:lnTo>
                <a:lnTo>
                  <a:pt x="110579" y="447"/>
                </a:lnTo>
                <a:lnTo>
                  <a:pt x="107938" y="744"/>
                </a:lnTo>
                <a:lnTo>
                  <a:pt x="105296" y="1079"/>
                </a:lnTo>
                <a:lnTo>
                  <a:pt x="102580" y="1451"/>
                </a:lnTo>
                <a:lnTo>
                  <a:pt x="99827" y="1898"/>
                </a:lnTo>
                <a:lnTo>
                  <a:pt x="97036" y="2382"/>
                </a:lnTo>
                <a:lnTo>
                  <a:pt x="94208" y="2902"/>
                </a:lnTo>
                <a:lnTo>
                  <a:pt x="91381" y="3461"/>
                </a:lnTo>
                <a:lnTo>
                  <a:pt x="88516" y="4093"/>
                </a:lnTo>
                <a:lnTo>
                  <a:pt x="85614" y="4763"/>
                </a:lnTo>
                <a:lnTo>
                  <a:pt x="82674" y="5470"/>
                </a:lnTo>
                <a:lnTo>
                  <a:pt x="79735" y="6251"/>
                </a:lnTo>
                <a:lnTo>
                  <a:pt x="76758" y="7032"/>
                </a:lnTo>
                <a:lnTo>
                  <a:pt x="73782" y="7925"/>
                </a:lnTo>
                <a:lnTo>
                  <a:pt x="70805" y="8818"/>
                </a:lnTo>
                <a:lnTo>
                  <a:pt x="70805" y="8818"/>
                </a:lnTo>
                <a:lnTo>
                  <a:pt x="67308" y="9935"/>
                </a:lnTo>
                <a:lnTo>
                  <a:pt x="63885" y="11088"/>
                </a:lnTo>
                <a:lnTo>
                  <a:pt x="60499" y="12279"/>
                </a:lnTo>
                <a:lnTo>
                  <a:pt x="57187" y="13506"/>
                </a:lnTo>
                <a:lnTo>
                  <a:pt x="53950" y="14772"/>
                </a:lnTo>
                <a:lnTo>
                  <a:pt x="50788" y="16074"/>
                </a:lnTo>
                <a:lnTo>
                  <a:pt x="47662" y="17413"/>
                </a:lnTo>
                <a:lnTo>
                  <a:pt x="44611" y="18753"/>
                </a:lnTo>
                <a:lnTo>
                  <a:pt x="41635" y="20167"/>
                </a:lnTo>
                <a:lnTo>
                  <a:pt x="38770" y="21580"/>
                </a:lnTo>
                <a:lnTo>
                  <a:pt x="35942" y="22994"/>
                </a:lnTo>
                <a:lnTo>
                  <a:pt x="33226" y="24445"/>
                </a:lnTo>
                <a:lnTo>
                  <a:pt x="30547" y="25934"/>
                </a:lnTo>
                <a:lnTo>
                  <a:pt x="28017" y="27422"/>
                </a:lnTo>
                <a:lnTo>
                  <a:pt x="25524" y="28947"/>
                </a:lnTo>
                <a:lnTo>
                  <a:pt x="23180" y="30473"/>
                </a:lnTo>
                <a:lnTo>
                  <a:pt x="20873" y="31998"/>
                </a:lnTo>
                <a:lnTo>
                  <a:pt x="18715" y="33561"/>
                </a:lnTo>
                <a:lnTo>
                  <a:pt x="16632" y="35086"/>
                </a:lnTo>
                <a:lnTo>
                  <a:pt x="14660" y="36649"/>
                </a:lnTo>
                <a:lnTo>
                  <a:pt x="12762" y="38212"/>
                </a:lnTo>
                <a:lnTo>
                  <a:pt x="11013" y="39775"/>
                </a:lnTo>
                <a:lnTo>
                  <a:pt x="9376" y="41337"/>
                </a:lnTo>
                <a:lnTo>
                  <a:pt x="7814" y="42900"/>
                </a:lnTo>
                <a:lnTo>
                  <a:pt x="6400" y="44425"/>
                </a:lnTo>
                <a:lnTo>
                  <a:pt x="5098" y="45988"/>
                </a:lnTo>
                <a:lnTo>
                  <a:pt x="4502" y="46732"/>
                </a:lnTo>
                <a:lnTo>
                  <a:pt x="3944" y="47514"/>
                </a:lnTo>
                <a:lnTo>
                  <a:pt x="3386" y="48258"/>
                </a:lnTo>
                <a:lnTo>
                  <a:pt x="2902" y="49039"/>
                </a:lnTo>
                <a:lnTo>
                  <a:pt x="2419" y="49783"/>
                </a:lnTo>
                <a:lnTo>
                  <a:pt x="1972" y="50527"/>
                </a:lnTo>
                <a:lnTo>
                  <a:pt x="1563" y="51272"/>
                </a:lnTo>
                <a:lnTo>
                  <a:pt x="1191" y="52016"/>
                </a:lnTo>
                <a:lnTo>
                  <a:pt x="819" y="52760"/>
                </a:lnTo>
                <a:lnTo>
                  <a:pt x="521" y="53504"/>
                </a:lnTo>
                <a:lnTo>
                  <a:pt x="223" y="54248"/>
                </a:lnTo>
                <a:lnTo>
                  <a:pt x="0" y="54955"/>
                </a:lnTo>
                <a:lnTo>
                  <a:pt x="115714" y="54955"/>
                </a:lnTo>
                <a:lnTo>
                  <a:pt x="115714" y="0"/>
                </a:lnTo>
                <a:lnTo>
                  <a:pt x="115714"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261" name="Google Shape;261;p12"/>
          <p:cNvSpPr/>
          <p:nvPr/>
        </p:nvSpPr>
        <p:spPr>
          <a:xfrm>
            <a:off x="6123025" y="-3887"/>
            <a:ext cx="3022650" cy="837525"/>
          </a:xfrm>
          <a:custGeom>
            <a:rect b="b" l="l" r="r" t="t"/>
            <a:pathLst>
              <a:path extrusionOk="0" h="33501" w="120906">
                <a:moveTo>
                  <a:pt x="0" y="1"/>
                </a:moveTo>
                <a:lnTo>
                  <a:pt x="36409" y="33501"/>
                </a:lnTo>
                <a:lnTo>
                  <a:pt x="120847" y="20748"/>
                </a:lnTo>
                <a:lnTo>
                  <a:pt x="120906" y="0"/>
                </a:lnTo>
                <a:close/>
              </a:path>
            </a:pathLst>
          </a:custGeom>
          <a:gradFill>
            <a:gsLst>
              <a:gs pos="0">
                <a:schemeClr val="accent2"/>
              </a:gs>
              <a:gs pos="37000">
                <a:schemeClr val="lt2"/>
              </a:gs>
              <a:gs pos="92000">
                <a:schemeClr val="accent1"/>
              </a:gs>
              <a:gs pos="100000">
                <a:schemeClr val="accent1"/>
              </a:gs>
            </a:gsLst>
            <a:lin ang="10800025" scaled="0"/>
          </a:gradFill>
          <a:ln>
            <a:noFill/>
          </a:ln>
          <a:effectLst>
            <a:outerShdw blurRad="700088" rotWithShape="0" algn="bl" dir="5700000" dist="219075">
              <a:schemeClr val="lt2">
                <a:alpha val="40000"/>
              </a:schemeClr>
            </a:outerShdw>
          </a:effectLst>
        </p:spPr>
      </p:sp>
      <p:sp>
        <p:nvSpPr>
          <p:cNvPr id="262" name="Google Shape;262;p12"/>
          <p:cNvSpPr txBox="1"/>
          <p:nvPr>
            <p:ph type="title"/>
          </p:nvPr>
        </p:nvSpPr>
        <p:spPr>
          <a:xfrm>
            <a:off x="1143300" y="1526963"/>
            <a:ext cx="2197500" cy="4020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latin typeface="Sora Medium"/>
                <a:ea typeface="Sora Medium"/>
                <a:cs typeface="Sora Medium"/>
                <a:sym typeface="Sora Medium"/>
              </a:defRPr>
            </a:lvl9pPr>
          </a:lstStyle>
          <a:p/>
        </p:txBody>
      </p:sp>
      <p:sp>
        <p:nvSpPr>
          <p:cNvPr id="263" name="Google Shape;263;p12"/>
          <p:cNvSpPr txBox="1"/>
          <p:nvPr>
            <p:ph idx="2" type="title"/>
          </p:nvPr>
        </p:nvSpPr>
        <p:spPr>
          <a:xfrm>
            <a:off x="3820750" y="1526963"/>
            <a:ext cx="2197500" cy="402000"/>
          </a:xfrm>
          <a:prstGeom prst="rect">
            <a:avLst/>
          </a:prstGeom>
        </p:spPr>
        <p:txBody>
          <a:bodyPr anchorCtr="0" anchor="b" bIns="91425" lIns="0" spcFirstLastPara="1" rIns="91425" wrap="square" tIns="91425">
            <a:noAutofit/>
          </a:bodyPr>
          <a:lstStyle>
            <a:lvl1pPr lvl="0">
              <a:spcBef>
                <a:spcPts val="0"/>
              </a:spcBef>
              <a:spcAft>
                <a:spcPts val="0"/>
              </a:spcAft>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264" name="Google Shape;264;p12"/>
          <p:cNvSpPr txBox="1"/>
          <p:nvPr>
            <p:ph idx="3" type="title"/>
          </p:nvPr>
        </p:nvSpPr>
        <p:spPr>
          <a:xfrm>
            <a:off x="1129950" y="1992625"/>
            <a:ext cx="2024700" cy="688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265" name="Google Shape;265;p12"/>
          <p:cNvSpPr txBox="1"/>
          <p:nvPr>
            <p:ph idx="4" type="title"/>
          </p:nvPr>
        </p:nvSpPr>
        <p:spPr>
          <a:xfrm>
            <a:off x="1129950" y="2801602"/>
            <a:ext cx="2024700" cy="688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266" name="Google Shape;266;p12"/>
          <p:cNvSpPr txBox="1"/>
          <p:nvPr>
            <p:ph idx="5" type="title"/>
          </p:nvPr>
        </p:nvSpPr>
        <p:spPr>
          <a:xfrm>
            <a:off x="1129950" y="3610580"/>
            <a:ext cx="2024700" cy="688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267" name="Google Shape;267;p12"/>
          <p:cNvSpPr txBox="1"/>
          <p:nvPr>
            <p:ph idx="6" type="title"/>
          </p:nvPr>
        </p:nvSpPr>
        <p:spPr>
          <a:xfrm>
            <a:off x="3820750" y="1992625"/>
            <a:ext cx="3350700" cy="6888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268" name="Google Shape;268;p12"/>
          <p:cNvSpPr txBox="1"/>
          <p:nvPr>
            <p:ph idx="7" type="title"/>
          </p:nvPr>
        </p:nvSpPr>
        <p:spPr>
          <a:xfrm>
            <a:off x="3820750" y="2801550"/>
            <a:ext cx="3350700" cy="6888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269" name="Google Shape;269;p12"/>
          <p:cNvSpPr txBox="1"/>
          <p:nvPr>
            <p:ph idx="8" type="title"/>
          </p:nvPr>
        </p:nvSpPr>
        <p:spPr>
          <a:xfrm>
            <a:off x="3820750" y="3610475"/>
            <a:ext cx="3350700" cy="6888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270" name="Google Shape;270;p12"/>
          <p:cNvSpPr txBox="1"/>
          <p:nvPr>
            <p:ph idx="9"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71" name="Google Shape;271;p12"/>
          <p:cNvSpPr txBox="1"/>
          <p:nvPr>
            <p:ph idx="13" type="title"/>
          </p:nvPr>
        </p:nvSpPr>
        <p:spPr>
          <a:xfrm>
            <a:off x="115025" y="502775"/>
            <a:ext cx="6440400" cy="6888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272" name="Google Shape;272;p12"/>
          <p:cNvSpPr txBox="1"/>
          <p:nvPr>
            <p:ph idx="14" type="title"/>
          </p:nvPr>
        </p:nvSpPr>
        <p:spPr>
          <a:xfrm>
            <a:off x="228600" y="2127325"/>
            <a:ext cx="739800" cy="419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000"/>
              <a:buFont typeface="Sora"/>
              <a:buNone/>
              <a:defRPr sz="1000">
                <a:latin typeface="Sora"/>
                <a:ea typeface="Sora"/>
                <a:cs typeface="Sora"/>
                <a:sym typeface="Sora"/>
              </a:defRPr>
            </a:lvl1pPr>
            <a:lvl2pPr lvl="1" algn="ctr">
              <a:spcBef>
                <a:spcPts val="0"/>
              </a:spcBef>
              <a:spcAft>
                <a:spcPts val="0"/>
              </a:spcAft>
              <a:buClr>
                <a:schemeClr val="lt1"/>
              </a:buClr>
              <a:buSzPts val="3000"/>
              <a:buFont typeface="Sora"/>
              <a:buNone/>
              <a:defRPr>
                <a:solidFill>
                  <a:schemeClr val="lt1"/>
                </a:solidFill>
                <a:latin typeface="Sora"/>
                <a:ea typeface="Sora"/>
                <a:cs typeface="Sora"/>
                <a:sym typeface="Sora"/>
              </a:defRPr>
            </a:lvl2pPr>
            <a:lvl3pPr lvl="2" algn="ctr">
              <a:spcBef>
                <a:spcPts val="0"/>
              </a:spcBef>
              <a:spcAft>
                <a:spcPts val="0"/>
              </a:spcAft>
              <a:buClr>
                <a:schemeClr val="lt1"/>
              </a:buClr>
              <a:buSzPts val="3000"/>
              <a:buFont typeface="Sora"/>
              <a:buNone/>
              <a:defRPr>
                <a:solidFill>
                  <a:schemeClr val="lt1"/>
                </a:solidFill>
                <a:latin typeface="Sora"/>
                <a:ea typeface="Sora"/>
                <a:cs typeface="Sora"/>
                <a:sym typeface="Sora"/>
              </a:defRPr>
            </a:lvl3pPr>
            <a:lvl4pPr lvl="3" algn="ctr">
              <a:spcBef>
                <a:spcPts val="0"/>
              </a:spcBef>
              <a:spcAft>
                <a:spcPts val="0"/>
              </a:spcAft>
              <a:buClr>
                <a:schemeClr val="lt1"/>
              </a:buClr>
              <a:buSzPts val="3000"/>
              <a:buFont typeface="Sora"/>
              <a:buNone/>
              <a:defRPr>
                <a:solidFill>
                  <a:schemeClr val="lt1"/>
                </a:solidFill>
                <a:latin typeface="Sora"/>
                <a:ea typeface="Sora"/>
                <a:cs typeface="Sora"/>
                <a:sym typeface="Sora"/>
              </a:defRPr>
            </a:lvl4pPr>
            <a:lvl5pPr lvl="4" algn="ctr">
              <a:spcBef>
                <a:spcPts val="0"/>
              </a:spcBef>
              <a:spcAft>
                <a:spcPts val="0"/>
              </a:spcAft>
              <a:buClr>
                <a:schemeClr val="lt1"/>
              </a:buClr>
              <a:buSzPts val="3000"/>
              <a:buFont typeface="Sora"/>
              <a:buNone/>
              <a:defRPr>
                <a:solidFill>
                  <a:schemeClr val="lt1"/>
                </a:solidFill>
                <a:latin typeface="Sora"/>
                <a:ea typeface="Sora"/>
                <a:cs typeface="Sora"/>
                <a:sym typeface="Sora"/>
              </a:defRPr>
            </a:lvl5pPr>
            <a:lvl6pPr lvl="5" algn="ctr">
              <a:spcBef>
                <a:spcPts val="0"/>
              </a:spcBef>
              <a:spcAft>
                <a:spcPts val="0"/>
              </a:spcAft>
              <a:buClr>
                <a:schemeClr val="lt1"/>
              </a:buClr>
              <a:buSzPts val="3000"/>
              <a:buFont typeface="Sora"/>
              <a:buNone/>
              <a:defRPr>
                <a:solidFill>
                  <a:schemeClr val="lt1"/>
                </a:solidFill>
                <a:latin typeface="Sora"/>
                <a:ea typeface="Sora"/>
                <a:cs typeface="Sora"/>
                <a:sym typeface="Sora"/>
              </a:defRPr>
            </a:lvl6pPr>
            <a:lvl7pPr lvl="6" algn="ctr">
              <a:spcBef>
                <a:spcPts val="0"/>
              </a:spcBef>
              <a:spcAft>
                <a:spcPts val="0"/>
              </a:spcAft>
              <a:buClr>
                <a:schemeClr val="lt1"/>
              </a:buClr>
              <a:buSzPts val="3000"/>
              <a:buFont typeface="Sora"/>
              <a:buNone/>
              <a:defRPr>
                <a:solidFill>
                  <a:schemeClr val="lt1"/>
                </a:solidFill>
                <a:latin typeface="Sora"/>
                <a:ea typeface="Sora"/>
                <a:cs typeface="Sora"/>
                <a:sym typeface="Sora"/>
              </a:defRPr>
            </a:lvl7pPr>
            <a:lvl8pPr lvl="7" algn="ctr">
              <a:spcBef>
                <a:spcPts val="0"/>
              </a:spcBef>
              <a:spcAft>
                <a:spcPts val="0"/>
              </a:spcAft>
              <a:buClr>
                <a:schemeClr val="lt1"/>
              </a:buClr>
              <a:buSzPts val="3000"/>
              <a:buFont typeface="Sora"/>
              <a:buNone/>
              <a:defRPr>
                <a:solidFill>
                  <a:schemeClr val="lt1"/>
                </a:solidFill>
                <a:latin typeface="Sora"/>
                <a:ea typeface="Sora"/>
                <a:cs typeface="Sora"/>
                <a:sym typeface="Sora"/>
              </a:defRPr>
            </a:lvl8pPr>
            <a:lvl9pPr lvl="8" algn="ctr">
              <a:spcBef>
                <a:spcPts val="0"/>
              </a:spcBef>
              <a:spcAft>
                <a:spcPts val="0"/>
              </a:spcAft>
              <a:buClr>
                <a:schemeClr val="lt1"/>
              </a:buClr>
              <a:buSzPts val="3000"/>
              <a:buFont typeface="Sora"/>
              <a:buNone/>
              <a:defRPr>
                <a:solidFill>
                  <a:schemeClr val="lt1"/>
                </a:solidFill>
                <a:latin typeface="Sora"/>
                <a:ea typeface="Sora"/>
                <a:cs typeface="Sora"/>
                <a:sym typeface="Sora"/>
              </a:defRPr>
            </a:lvl9pPr>
          </a:lstStyle>
          <a:p/>
        </p:txBody>
      </p:sp>
      <p:sp>
        <p:nvSpPr>
          <p:cNvPr id="273" name="Google Shape;273;p12"/>
          <p:cNvSpPr txBox="1"/>
          <p:nvPr>
            <p:ph idx="15"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
        <p:nvSpPr>
          <p:cNvPr id="274" name="Google Shape;274;p12"/>
          <p:cNvSpPr txBox="1"/>
          <p:nvPr>
            <p:ph idx="16" type="title"/>
          </p:nvPr>
        </p:nvSpPr>
        <p:spPr>
          <a:xfrm>
            <a:off x="228600" y="2936225"/>
            <a:ext cx="739800" cy="419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000"/>
              <a:buFont typeface="Sora"/>
              <a:buNone/>
              <a:defRPr sz="1000">
                <a:latin typeface="Sora"/>
                <a:ea typeface="Sora"/>
                <a:cs typeface="Sora"/>
                <a:sym typeface="Sora"/>
              </a:defRPr>
            </a:lvl1pPr>
            <a:lvl2pPr lvl="1" algn="ctr">
              <a:spcBef>
                <a:spcPts val="0"/>
              </a:spcBef>
              <a:spcAft>
                <a:spcPts val="0"/>
              </a:spcAft>
              <a:buClr>
                <a:schemeClr val="lt1"/>
              </a:buClr>
              <a:buSzPts val="3000"/>
              <a:buFont typeface="Sora"/>
              <a:buNone/>
              <a:defRPr>
                <a:solidFill>
                  <a:schemeClr val="lt1"/>
                </a:solidFill>
                <a:latin typeface="Sora"/>
                <a:ea typeface="Sora"/>
                <a:cs typeface="Sora"/>
                <a:sym typeface="Sora"/>
              </a:defRPr>
            </a:lvl2pPr>
            <a:lvl3pPr lvl="2" algn="ctr">
              <a:spcBef>
                <a:spcPts val="0"/>
              </a:spcBef>
              <a:spcAft>
                <a:spcPts val="0"/>
              </a:spcAft>
              <a:buClr>
                <a:schemeClr val="lt1"/>
              </a:buClr>
              <a:buSzPts val="3000"/>
              <a:buFont typeface="Sora"/>
              <a:buNone/>
              <a:defRPr>
                <a:solidFill>
                  <a:schemeClr val="lt1"/>
                </a:solidFill>
                <a:latin typeface="Sora"/>
                <a:ea typeface="Sora"/>
                <a:cs typeface="Sora"/>
                <a:sym typeface="Sora"/>
              </a:defRPr>
            </a:lvl3pPr>
            <a:lvl4pPr lvl="3" algn="ctr">
              <a:spcBef>
                <a:spcPts val="0"/>
              </a:spcBef>
              <a:spcAft>
                <a:spcPts val="0"/>
              </a:spcAft>
              <a:buClr>
                <a:schemeClr val="lt1"/>
              </a:buClr>
              <a:buSzPts val="3000"/>
              <a:buFont typeface="Sora"/>
              <a:buNone/>
              <a:defRPr>
                <a:solidFill>
                  <a:schemeClr val="lt1"/>
                </a:solidFill>
                <a:latin typeface="Sora"/>
                <a:ea typeface="Sora"/>
                <a:cs typeface="Sora"/>
                <a:sym typeface="Sora"/>
              </a:defRPr>
            </a:lvl4pPr>
            <a:lvl5pPr lvl="4" algn="ctr">
              <a:spcBef>
                <a:spcPts val="0"/>
              </a:spcBef>
              <a:spcAft>
                <a:spcPts val="0"/>
              </a:spcAft>
              <a:buClr>
                <a:schemeClr val="lt1"/>
              </a:buClr>
              <a:buSzPts val="3000"/>
              <a:buFont typeface="Sora"/>
              <a:buNone/>
              <a:defRPr>
                <a:solidFill>
                  <a:schemeClr val="lt1"/>
                </a:solidFill>
                <a:latin typeface="Sora"/>
                <a:ea typeface="Sora"/>
                <a:cs typeface="Sora"/>
                <a:sym typeface="Sora"/>
              </a:defRPr>
            </a:lvl5pPr>
            <a:lvl6pPr lvl="5" algn="ctr">
              <a:spcBef>
                <a:spcPts val="0"/>
              </a:spcBef>
              <a:spcAft>
                <a:spcPts val="0"/>
              </a:spcAft>
              <a:buClr>
                <a:schemeClr val="lt1"/>
              </a:buClr>
              <a:buSzPts val="3000"/>
              <a:buFont typeface="Sora"/>
              <a:buNone/>
              <a:defRPr>
                <a:solidFill>
                  <a:schemeClr val="lt1"/>
                </a:solidFill>
                <a:latin typeface="Sora"/>
                <a:ea typeface="Sora"/>
                <a:cs typeface="Sora"/>
                <a:sym typeface="Sora"/>
              </a:defRPr>
            </a:lvl6pPr>
            <a:lvl7pPr lvl="6" algn="ctr">
              <a:spcBef>
                <a:spcPts val="0"/>
              </a:spcBef>
              <a:spcAft>
                <a:spcPts val="0"/>
              </a:spcAft>
              <a:buClr>
                <a:schemeClr val="lt1"/>
              </a:buClr>
              <a:buSzPts val="3000"/>
              <a:buFont typeface="Sora"/>
              <a:buNone/>
              <a:defRPr>
                <a:solidFill>
                  <a:schemeClr val="lt1"/>
                </a:solidFill>
                <a:latin typeface="Sora"/>
                <a:ea typeface="Sora"/>
                <a:cs typeface="Sora"/>
                <a:sym typeface="Sora"/>
              </a:defRPr>
            </a:lvl7pPr>
            <a:lvl8pPr lvl="7" algn="ctr">
              <a:spcBef>
                <a:spcPts val="0"/>
              </a:spcBef>
              <a:spcAft>
                <a:spcPts val="0"/>
              </a:spcAft>
              <a:buClr>
                <a:schemeClr val="lt1"/>
              </a:buClr>
              <a:buSzPts val="3000"/>
              <a:buFont typeface="Sora"/>
              <a:buNone/>
              <a:defRPr>
                <a:solidFill>
                  <a:schemeClr val="lt1"/>
                </a:solidFill>
                <a:latin typeface="Sora"/>
                <a:ea typeface="Sora"/>
                <a:cs typeface="Sora"/>
                <a:sym typeface="Sora"/>
              </a:defRPr>
            </a:lvl8pPr>
            <a:lvl9pPr lvl="8" algn="ctr">
              <a:spcBef>
                <a:spcPts val="0"/>
              </a:spcBef>
              <a:spcAft>
                <a:spcPts val="0"/>
              </a:spcAft>
              <a:buClr>
                <a:schemeClr val="lt1"/>
              </a:buClr>
              <a:buSzPts val="3000"/>
              <a:buFont typeface="Sora"/>
              <a:buNone/>
              <a:defRPr>
                <a:solidFill>
                  <a:schemeClr val="lt1"/>
                </a:solidFill>
                <a:latin typeface="Sora"/>
                <a:ea typeface="Sora"/>
                <a:cs typeface="Sora"/>
                <a:sym typeface="Sora"/>
              </a:defRPr>
            </a:lvl9pPr>
          </a:lstStyle>
          <a:p/>
        </p:txBody>
      </p:sp>
      <p:sp>
        <p:nvSpPr>
          <p:cNvPr id="275" name="Google Shape;275;p12"/>
          <p:cNvSpPr txBox="1"/>
          <p:nvPr>
            <p:ph idx="17" type="title"/>
          </p:nvPr>
        </p:nvSpPr>
        <p:spPr>
          <a:xfrm>
            <a:off x="228600" y="3745125"/>
            <a:ext cx="739800" cy="419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000"/>
              <a:buFont typeface="Sora"/>
              <a:buNone/>
              <a:defRPr sz="1000">
                <a:latin typeface="Sora"/>
                <a:ea typeface="Sora"/>
                <a:cs typeface="Sora"/>
                <a:sym typeface="Sora"/>
              </a:defRPr>
            </a:lvl1pPr>
            <a:lvl2pPr lvl="1" algn="ctr">
              <a:spcBef>
                <a:spcPts val="0"/>
              </a:spcBef>
              <a:spcAft>
                <a:spcPts val="0"/>
              </a:spcAft>
              <a:buClr>
                <a:schemeClr val="lt1"/>
              </a:buClr>
              <a:buSzPts val="3000"/>
              <a:buFont typeface="Sora"/>
              <a:buNone/>
              <a:defRPr>
                <a:solidFill>
                  <a:schemeClr val="lt1"/>
                </a:solidFill>
                <a:latin typeface="Sora"/>
                <a:ea typeface="Sora"/>
                <a:cs typeface="Sora"/>
                <a:sym typeface="Sora"/>
              </a:defRPr>
            </a:lvl2pPr>
            <a:lvl3pPr lvl="2" algn="ctr">
              <a:spcBef>
                <a:spcPts val="0"/>
              </a:spcBef>
              <a:spcAft>
                <a:spcPts val="0"/>
              </a:spcAft>
              <a:buClr>
                <a:schemeClr val="lt1"/>
              </a:buClr>
              <a:buSzPts val="3000"/>
              <a:buFont typeface="Sora"/>
              <a:buNone/>
              <a:defRPr>
                <a:solidFill>
                  <a:schemeClr val="lt1"/>
                </a:solidFill>
                <a:latin typeface="Sora"/>
                <a:ea typeface="Sora"/>
                <a:cs typeface="Sora"/>
                <a:sym typeface="Sora"/>
              </a:defRPr>
            </a:lvl3pPr>
            <a:lvl4pPr lvl="3" algn="ctr">
              <a:spcBef>
                <a:spcPts val="0"/>
              </a:spcBef>
              <a:spcAft>
                <a:spcPts val="0"/>
              </a:spcAft>
              <a:buClr>
                <a:schemeClr val="lt1"/>
              </a:buClr>
              <a:buSzPts val="3000"/>
              <a:buFont typeface="Sora"/>
              <a:buNone/>
              <a:defRPr>
                <a:solidFill>
                  <a:schemeClr val="lt1"/>
                </a:solidFill>
                <a:latin typeface="Sora"/>
                <a:ea typeface="Sora"/>
                <a:cs typeface="Sora"/>
                <a:sym typeface="Sora"/>
              </a:defRPr>
            </a:lvl4pPr>
            <a:lvl5pPr lvl="4" algn="ctr">
              <a:spcBef>
                <a:spcPts val="0"/>
              </a:spcBef>
              <a:spcAft>
                <a:spcPts val="0"/>
              </a:spcAft>
              <a:buClr>
                <a:schemeClr val="lt1"/>
              </a:buClr>
              <a:buSzPts val="3000"/>
              <a:buFont typeface="Sora"/>
              <a:buNone/>
              <a:defRPr>
                <a:solidFill>
                  <a:schemeClr val="lt1"/>
                </a:solidFill>
                <a:latin typeface="Sora"/>
                <a:ea typeface="Sora"/>
                <a:cs typeface="Sora"/>
                <a:sym typeface="Sora"/>
              </a:defRPr>
            </a:lvl5pPr>
            <a:lvl6pPr lvl="5" algn="ctr">
              <a:spcBef>
                <a:spcPts val="0"/>
              </a:spcBef>
              <a:spcAft>
                <a:spcPts val="0"/>
              </a:spcAft>
              <a:buClr>
                <a:schemeClr val="lt1"/>
              </a:buClr>
              <a:buSzPts val="3000"/>
              <a:buFont typeface="Sora"/>
              <a:buNone/>
              <a:defRPr>
                <a:solidFill>
                  <a:schemeClr val="lt1"/>
                </a:solidFill>
                <a:latin typeface="Sora"/>
                <a:ea typeface="Sora"/>
                <a:cs typeface="Sora"/>
                <a:sym typeface="Sora"/>
              </a:defRPr>
            </a:lvl6pPr>
            <a:lvl7pPr lvl="6" algn="ctr">
              <a:spcBef>
                <a:spcPts val="0"/>
              </a:spcBef>
              <a:spcAft>
                <a:spcPts val="0"/>
              </a:spcAft>
              <a:buClr>
                <a:schemeClr val="lt1"/>
              </a:buClr>
              <a:buSzPts val="3000"/>
              <a:buFont typeface="Sora"/>
              <a:buNone/>
              <a:defRPr>
                <a:solidFill>
                  <a:schemeClr val="lt1"/>
                </a:solidFill>
                <a:latin typeface="Sora"/>
                <a:ea typeface="Sora"/>
                <a:cs typeface="Sora"/>
                <a:sym typeface="Sora"/>
              </a:defRPr>
            </a:lvl7pPr>
            <a:lvl8pPr lvl="7" algn="ctr">
              <a:spcBef>
                <a:spcPts val="0"/>
              </a:spcBef>
              <a:spcAft>
                <a:spcPts val="0"/>
              </a:spcAft>
              <a:buClr>
                <a:schemeClr val="lt1"/>
              </a:buClr>
              <a:buSzPts val="3000"/>
              <a:buFont typeface="Sora"/>
              <a:buNone/>
              <a:defRPr>
                <a:solidFill>
                  <a:schemeClr val="lt1"/>
                </a:solidFill>
                <a:latin typeface="Sora"/>
                <a:ea typeface="Sora"/>
                <a:cs typeface="Sora"/>
                <a:sym typeface="Sora"/>
              </a:defRPr>
            </a:lvl8pPr>
            <a:lvl9pPr lvl="8" algn="ctr">
              <a:spcBef>
                <a:spcPts val="0"/>
              </a:spcBef>
              <a:spcAft>
                <a:spcPts val="0"/>
              </a:spcAft>
              <a:buClr>
                <a:schemeClr val="lt1"/>
              </a:buClr>
              <a:buSzPts val="3000"/>
              <a:buFont typeface="Sora"/>
              <a:buNone/>
              <a:defRPr>
                <a:solidFill>
                  <a:schemeClr val="lt1"/>
                </a:solidFill>
                <a:latin typeface="Sora"/>
                <a:ea typeface="Sora"/>
                <a:cs typeface="Sora"/>
                <a:sym typeface="Sora"/>
              </a:defRPr>
            </a:lvl9pPr>
          </a:lstStyle>
          <a:p/>
        </p:txBody>
      </p:sp>
    </p:spTree>
  </p:cSld>
  <p:clrMapOvr>
    <a:masterClrMapping/>
  </p:clrMapOvr>
  <p:extLst>
    <p:ext uri="{DCECCB84-F9BA-43D5-87BE-67443E8EF086}">
      <p15:sldGuideLst>
        <p15:guide id="1" orient="horz" pos="1241">
          <p15:clr>
            <a:srgbClr val="E46962"/>
          </p15:clr>
        </p15:guide>
        <p15:guide id="2" orient="horz" pos="1755">
          <p15:clr>
            <a:srgbClr val="E46962"/>
          </p15:clr>
        </p15:guide>
        <p15:guide id="3" orient="horz" pos="2267">
          <p15:clr>
            <a:srgbClr val="E46962"/>
          </p15:clr>
        </p15:guide>
        <p15:guide id="4" orient="horz" pos="2778">
          <p15:clr>
            <a:srgbClr val="E46962"/>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hart">
  <p:cSld name="BLANK_1_1_1_1_1_1_1_1_1_1_7_1">
    <p:spTree>
      <p:nvGrpSpPr>
        <p:cNvPr id="276" name="Shape 276"/>
        <p:cNvGrpSpPr/>
        <p:nvPr/>
      </p:nvGrpSpPr>
      <p:grpSpPr>
        <a:xfrm>
          <a:off x="0" y="0"/>
          <a:ext cx="0" cy="0"/>
          <a:chOff x="0" y="0"/>
          <a:chExt cx="0" cy="0"/>
        </a:xfrm>
      </p:grpSpPr>
      <p:sp>
        <p:nvSpPr>
          <p:cNvPr id="277" name="Google Shape;277;p13"/>
          <p:cNvSpPr/>
          <p:nvPr/>
        </p:nvSpPr>
        <p:spPr>
          <a:xfrm flipH="1" rot="-1079220">
            <a:off x="-2010221" y="4250160"/>
            <a:ext cx="4477637" cy="804981"/>
          </a:xfrm>
          <a:prstGeom prst="chord">
            <a:avLst>
              <a:gd fmla="val 2752926" name="adj1"/>
              <a:gd fmla="val 1719354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278" name="Google Shape;278;p13"/>
          <p:cNvGrpSpPr/>
          <p:nvPr/>
        </p:nvGrpSpPr>
        <p:grpSpPr>
          <a:xfrm rot="-5400000">
            <a:off x="4030013" y="41713"/>
            <a:ext cx="1026300" cy="9201675"/>
            <a:chOff x="670045" y="-5692564"/>
            <a:chExt cx="1026300" cy="9201675"/>
          </a:xfrm>
        </p:grpSpPr>
        <p:sp>
          <p:nvSpPr>
            <p:cNvPr id="279" name="Google Shape;279;p13"/>
            <p:cNvSpPr/>
            <p:nvPr/>
          </p:nvSpPr>
          <p:spPr>
            <a:xfrm>
              <a:off x="675320" y="-5692564"/>
              <a:ext cx="1010925" cy="7239975"/>
            </a:xfrm>
            <a:custGeom>
              <a:rect b="b" l="l" r="r" t="t"/>
              <a:pathLst>
                <a:path extrusionOk="0" h="289599" w="40437">
                  <a:moveTo>
                    <a:pt x="40437" y="287489"/>
                  </a:moveTo>
                  <a:lnTo>
                    <a:pt x="0" y="0"/>
                  </a:lnTo>
                  <a:lnTo>
                    <a:pt x="242" y="276278"/>
                  </a:lnTo>
                  <a:lnTo>
                    <a:pt x="238" y="289599"/>
                  </a:lnTo>
                  <a:close/>
                </a:path>
              </a:pathLst>
            </a:custGeom>
            <a:solidFill>
              <a:schemeClr val="lt1"/>
            </a:solidFill>
            <a:ln>
              <a:noFill/>
            </a:ln>
          </p:spPr>
        </p:sp>
        <p:sp>
          <p:nvSpPr>
            <p:cNvPr id="280" name="Google Shape;280;p13"/>
            <p:cNvSpPr/>
            <p:nvPr/>
          </p:nvSpPr>
          <p:spPr>
            <a:xfrm>
              <a:off x="670045" y="1494661"/>
              <a:ext cx="1026300" cy="2014450"/>
            </a:xfrm>
            <a:custGeom>
              <a:rect b="b" l="l" r="r" t="t"/>
              <a:pathLst>
                <a:path extrusionOk="0" h="80578" w="41052">
                  <a:moveTo>
                    <a:pt x="499" y="80578"/>
                  </a:moveTo>
                  <a:lnTo>
                    <a:pt x="15982" y="73724"/>
                  </a:lnTo>
                  <a:lnTo>
                    <a:pt x="41052" y="0"/>
                  </a:lnTo>
                  <a:lnTo>
                    <a:pt x="472" y="1824"/>
                  </a:lnTo>
                  <a:lnTo>
                    <a:pt x="0" y="39674"/>
                  </a:lnTo>
                  <a:close/>
                </a:path>
              </a:pathLst>
            </a:custGeom>
            <a:gradFill>
              <a:gsLst>
                <a:gs pos="0">
                  <a:schemeClr val="accent2"/>
                </a:gs>
                <a:gs pos="37000">
                  <a:schemeClr val="lt2"/>
                </a:gs>
                <a:gs pos="92000">
                  <a:schemeClr val="accent1"/>
                </a:gs>
                <a:gs pos="100000">
                  <a:schemeClr val="accent1"/>
                </a:gs>
              </a:gsLst>
              <a:lin ang="13500032" scaled="0"/>
            </a:gradFill>
            <a:ln>
              <a:noFill/>
            </a:ln>
          </p:spPr>
        </p:sp>
      </p:grpSp>
      <p:sp>
        <p:nvSpPr>
          <p:cNvPr id="281" name="Google Shape;281;p13"/>
          <p:cNvSpPr txBox="1"/>
          <p:nvPr>
            <p:ph type="title"/>
          </p:nvPr>
        </p:nvSpPr>
        <p:spPr>
          <a:xfrm>
            <a:off x="3720025" y="1709075"/>
            <a:ext cx="1665300" cy="19380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latin typeface="Sora"/>
                <a:ea typeface="Sora"/>
                <a:cs typeface="Sora"/>
                <a:sym typeface="Sora"/>
              </a:defRPr>
            </a:lvl1pPr>
            <a:lvl2pPr lvl="1">
              <a:spcBef>
                <a:spcPts val="0"/>
              </a:spcBef>
              <a:spcAft>
                <a:spcPts val="0"/>
              </a:spcAft>
              <a:buClr>
                <a:schemeClr val="lt1"/>
              </a:buClr>
              <a:buSzPts val="1000"/>
              <a:buFont typeface="Sora"/>
              <a:buNone/>
              <a:defRPr sz="1000">
                <a:latin typeface="Sora"/>
                <a:ea typeface="Sora"/>
                <a:cs typeface="Sora"/>
                <a:sym typeface="Sora"/>
              </a:defRPr>
            </a:lvl2pPr>
            <a:lvl3pPr lvl="2">
              <a:spcBef>
                <a:spcPts val="0"/>
              </a:spcBef>
              <a:spcAft>
                <a:spcPts val="0"/>
              </a:spcAft>
              <a:buClr>
                <a:schemeClr val="lt1"/>
              </a:buClr>
              <a:buSzPts val="1000"/>
              <a:buFont typeface="Sora"/>
              <a:buNone/>
              <a:defRPr sz="1000">
                <a:latin typeface="Sora"/>
                <a:ea typeface="Sora"/>
                <a:cs typeface="Sora"/>
                <a:sym typeface="Sora"/>
              </a:defRPr>
            </a:lvl3pPr>
            <a:lvl4pPr lvl="3">
              <a:spcBef>
                <a:spcPts val="0"/>
              </a:spcBef>
              <a:spcAft>
                <a:spcPts val="0"/>
              </a:spcAft>
              <a:buClr>
                <a:schemeClr val="lt1"/>
              </a:buClr>
              <a:buSzPts val="1000"/>
              <a:buFont typeface="Sora"/>
              <a:buNone/>
              <a:defRPr sz="1000">
                <a:latin typeface="Sora"/>
                <a:ea typeface="Sora"/>
                <a:cs typeface="Sora"/>
                <a:sym typeface="Sora"/>
              </a:defRPr>
            </a:lvl4pPr>
            <a:lvl5pPr lvl="4">
              <a:spcBef>
                <a:spcPts val="0"/>
              </a:spcBef>
              <a:spcAft>
                <a:spcPts val="0"/>
              </a:spcAft>
              <a:buClr>
                <a:schemeClr val="lt1"/>
              </a:buClr>
              <a:buSzPts val="1000"/>
              <a:buFont typeface="Sora"/>
              <a:buNone/>
              <a:defRPr sz="1000">
                <a:latin typeface="Sora"/>
                <a:ea typeface="Sora"/>
                <a:cs typeface="Sora"/>
                <a:sym typeface="Sora"/>
              </a:defRPr>
            </a:lvl5pPr>
            <a:lvl6pPr lvl="5">
              <a:spcBef>
                <a:spcPts val="0"/>
              </a:spcBef>
              <a:spcAft>
                <a:spcPts val="0"/>
              </a:spcAft>
              <a:buClr>
                <a:schemeClr val="lt1"/>
              </a:buClr>
              <a:buSzPts val="1000"/>
              <a:buFont typeface="Sora"/>
              <a:buNone/>
              <a:defRPr sz="1000">
                <a:latin typeface="Sora"/>
                <a:ea typeface="Sora"/>
                <a:cs typeface="Sora"/>
                <a:sym typeface="Sora"/>
              </a:defRPr>
            </a:lvl6pPr>
            <a:lvl7pPr lvl="6">
              <a:spcBef>
                <a:spcPts val="0"/>
              </a:spcBef>
              <a:spcAft>
                <a:spcPts val="0"/>
              </a:spcAft>
              <a:buClr>
                <a:schemeClr val="lt1"/>
              </a:buClr>
              <a:buSzPts val="1000"/>
              <a:buFont typeface="Sora"/>
              <a:buNone/>
              <a:defRPr sz="1000">
                <a:latin typeface="Sora"/>
                <a:ea typeface="Sora"/>
                <a:cs typeface="Sora"/>
                <a:sym typeface="Sora"/>
              </a:defRPr>
            </a:lvl7pPr>
            <a:lvl8pPr lvl="7">
              <a:spcBef>
                <a:spcPts val="0"/>
              </a:spcBef>
              <a:spcAft>
                <a:spcPts val="0"/>
              </a:spcAft>
              <a:buClr>
                <a:schemeClr val="lt1"/>
              </a:buClr>
              <a:buSzPts val="1000"/>
              <a:buFont typeface="Sora"/>
              <a:buNone/>
              <a:defRPr sz="1000">
                <a:latin typeface="Sora"/>
                <a:ea typeface="Sora"/>
                <a:cs typeface="Sora"/>
                <a:sym typeface="Sora"/>
              </a:defRPr>
            </a:lvl8pPr>
            <a:lvl9pPr lvl="8">
              <a:spcBef>
                <a:spcPts val="0"/>
              </a:spcBef>
              <a:spcAft>
                <a:spcPts val="0"/>
              </a:spcAft>
              <a:buClr>
                <a:schemeClr val="lt1"/>
              </a:buClr>
              <a:buSzPts val="1000"/>
              <a:buFont typeface="Sora"/>
              <a:buNone/>
              <a:defRPr sz="1000">
                <a:latin typeface="Sora"/>
                <a:ea typeface="Sora"/>
                <a:cs typeface="Sora"/>
                <a:sym typeface="Sora"/>
              </a:defRPr>
            </a:lvl9pPr>
          </a:lstStyle>
          <a:p/>
        </p:txBody>
      </p:sp>
      <p:sp>
        <p:nvSpPr>
          <p:cNvPr id="282" name="Google Shape;282;p13"/>
          <p:cNvSpPr txBox="1"/>
          <p:nvPr>
            <p:ph idx="2" type="title"/>
          </p:nvPr>
        </p:nvSpPr>
        <p:spPr>
          <a:xfrm>
            <a:off x="7148925" y="1709075"/>
            <a:ext cx="1665300" cy="19380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latin typeface="Sora"/>
                <a:ea typeface="Sora"/>
                <a:cs typeface="Sora"/>
                <a:sym typeface="Sora"/>
              </a:defRPr>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283" name="Google Shape;283;p13"/>
          <p:cNvSpPr txBox="1"/>
          <p:nvPr>
            <p:ph idx="3" type="title"/>
          </p:nvPr>
        </p:nvSpPr>
        <p:spPr>
          <a:xfrm>
            <a:off x="5434475" y="1709075"/>
            <a:ext cx="1665300" cy="19380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latin typeface="Sora"/>
                <a:ea typeface="Sora"/>
                <a:cs typeface="Sora"/>
                <a:sym typeface="Sora"/>
              </a:defRPr>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284" name="Google Shape;284;p13"/>
          <p:cNvSpPr txBox="1"/>
          <p:nvPr>
            <p:ph idx="4"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85" name="Google Shape;285;p13"/>
          <p:cNvSpPr txBox="1"/>
          <p:nvPr>
            <p:ph idx="5" type="title"/>
          </p:nvPr>
        </p:nvSpPr>
        <p:spPr>
          <a:xfrm>
            <a:off x="108300" y="1168075"/>
            <a:ext cx="3544500" cy="2275200"/>
          </a:xfrm>
          <a:prstGeom prst="rect">
            <a:avLst/>
          </a:prstGeom>
        </p:spPr>
        <p:txBody>
          <a:bodyPr anchorCtr="0" anchor="t" bIns="91425" lIns="91425" spcFirstLastPara="1" rIns="91425" wrap="square" tIns="0">
            <a:norm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a:latin typeface="IBM Plex Sans SemiBold"/>
                <a:ea typeface="IBM Plex Sans SemiBold"/>
                <a:cs typeface="IBM Plex Sans SemiBold"/>
                <a:sym typeface="IBM Plex Sans SemiBold"/>
              </a:defRPr>
            </a:lvl2pPr>
            <a:lvl3pPr lvl="2">
              <a:lnSpc>
                <a:spcPct val="115000"/>
              </a:lnSpc>
              <a:spcBef>
                <a:spcPts val="0"/>
              </a:spcBef>
              <a:spcAft>
                <a:spcPts val="0"/>
              </a:spcAft>
              <a:buNone/>
              <a:defRPr>
                <a:latin typeface="IBM Plex Sans SemiBold"/>
                <a:ea typeface="IBM Plex Sans SemiBold"/>
                <a:cs typeface="IBM Plex Sans SemiBold"/>
                <a:sym typeface="IBM Plex Sans SemiBold"/>
              </a:defRPr>
            </a:lvl3pPr>
            <a:lvl4pPr lvl="3">
              <a:lnSpc>
                <a:spcPct val="115000"/>
              </a:lnSpc>
              <a:spcBef>
                <a:spcPts val="0"/>
              </a:spcBef>
              <a:spcAft>
                <a:spcPts val="0"/>
              </a:spcAft>
              <a:buNone/>
              <a:defRPr>
                <a:latin typeface="IBM Plex Sans SemiBold"/>
                <a:ea typeface="IBM Plex Sans SemiBold"/>
                <a:cs typeface="IBM Plex Sans SemiBold"/>
                <a:sym typeface="IBM Plex Sans SemiBold"/>
              </a:defRPr>
            </a:lvl4pPr>
            <a:lvl5pPr lvl="4">
              <a:lnSpc>
                <a:spcPct val="115000"/>
              </a:lnSpc>
              <a:spcBef>
                <a:spcPts val="0"/>
              </a:spcBef>
              <a:spcAft>
                <a:spcPts val="0"/>
              </a:spcAft>
              <a:buNone/>
              <a:defRPr>
                <a:latin typeface="IBM Plex Sans SemiBold"/>
                <a:ea typeface="IBM Plex Sans SemiBold"/>
                <a:cs typeface="IBM Plex Sans SemiBold"/>
                <a:sym typeface="IBM Plex Sans SemiBold"/>
              </a:defRPr>
            </a:lvl5pPr>
            <a:lvl6pPr lvl="5">
              <a:lnSpc>
                <a:spcPct val="115000"/>
              </a:lnSpc>
              <a:spcBef>
                <a:spcPts val="0"/>
              </a:spcBef>
              <a:spcAft>
                <a:spcPts val="0"/>
              </a:spcAft>
              <a:buNone/>
              <a:defRPr>
                <a:latin typeface="IBM Plex Sans SemiBold"/>
                <a:ea typeface="IBM Plex Sans SemiBold"/>
                <a:cs typeface="IBM Plex Sans SemiBold"/>
                <a:sym typeface="IBM Plex Sans SemiBold"/>
              </a:defRPr>
            </a:lvl6pPr>
            <a:lvl7pPr lvl="6">
              <a:lnSpc>
                <a:spcPct val="115000"/>
              </a:lnSpc>
              <a:spcBef>
                <a:spcPts val="0"/>
              </a:spcBef>
              <a:spcAft>
                <a:spcPts val="0"/>
              </a:spcAft>
              <a:buNone/>
              <a:defRPr>
                <a:latin typeface="IBM Plex Sans SemiBold"/>
                <a:ea typeface="IBM Plex Sans SemiBold"/>
                <a:cs typeface="IBM Plex Sans SemiBold"/>
                <a:sym typeface="IBM Plex Sans SemiBold"/>
              </a:defRPr>
            </a:lvl7pPr>
            <a:lvl8pPr lvl="7">
              <a:lnSpc>
                <a:spcPct val="115000"/>
              </a:lnSpc>
              <a:spcBef>
                <a:spcPts val="0"/>
              </a:spcBef>
              <a:spcAft>
                <a:spcPts val="0"/>
              </a:spcAft>
              <a:buNone/>
              <a:defRPr>
                <a:latin typeface="IBM Plex Sans SemiBold"/>
                <a:ea typeface="IBM Plex Sans SemiBold"/>
                <a:cs typeface="IBM Plex Sans SemiBold"/>
                <a:sym typeface="IBM Plex Sans SemiBold"/>
              </a:defRPr>
            </a:lvl8pPr>
            <a:lvl9pPr lvl="8">
              <a:lnSpc>
                <a:spcPct val="115000"/>
              </a:lnSpc>
              <a:spcBef>
                <a:spcPts val="0"/>
              </a:spcBef>
              <a:spcAft>
                <a:spcPts val="0"/>
              </a:spcAft>
              <a:buNone/>
              <a:defRPr>
                <a:latin typeface="IBM Plex Sans SemiBold"/>
                <a:ea typeface="IBM Plex Sans SemiBold"/>
                <a:cs typeface="IBM Plex Sans SemiBold"/>
                <a:sym typeface="IBM Plex Sans SemiBold"/>
              </a:defRPr>
            </a:lvl9pPr>
          </a:lstStyle>
          <a:p/>
        </p:txBody>
      </p:sp>
      <p:sp>
        <p:nvSpPr>
          <p:cNvPr id="286" name="Google Shape;286;p13"/>
          <p:cNvSpPr txBox="1"/>
          <p:nvPr>
            <p:ph idx="6" type="title"/>
          </p:nvPr>
        </p:nvSpPr>
        <p:spPr>
          <a:xfrm>
            <a:off x="3720025" y="1287875"/>
            <a:ext cx="4295400" cy="2772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a:buNone/>
              <a:defRPr sz="1200">
                <a:solidFill>
                  <a:schemeClr val="lt1"/>
                </a:solidFill>
                <a:latin typeface="Sora"/>
                <a:ea typeface="Sora"/>
                <a:cs typeface="Sora"/>
                <a:sym typeface="Sora"/>
              </a:defRPr>
            </a:lvl2pPr>
            <a:lvl3pPr lvl="2">
              <a:spcBef>
                <a:spcPts val="0"/>
              </a:spcBef>
              <a:spcAft>
                <a:spcPts val="0"/>
              </a:spcAft>
              <a:buClr>
                <a:schemeClr val="lt1"/>
              </a:buClr>
              <a:buSzPts val="1200"/>
              <a:buFont typeface="Sora"/>
              <a:buNone/>
              <a:defRPr sz="1200">
                <a:solidFill>
                  <a:schemeClr val="lt1"/>
                </a:solidFill>
                <a:latin typeface="Sora"/>
                <a:ea typeface="Sora"/>
                <a:cs typeface="Sora"/>
                <a:sym typeface="Sora"/>
              </a:defRPr>
            </a:lvl3pPr>
            <a:lvl4pPr lvl="3">
              <a:spcBef>
                <a:spcPts val="0"/>
              </a:spcBef>
              <a:spcAft>
                <a:spcPts val="0"/>
              </a:spcAft>
              <a:buClr>
                <a:schemeClr val="lt1"/>
              </a:buClr>
              <a:buSzPts val="1200"/>
              <a:buFont typeface="Sora"/>
              <a:buNone/>
              <a:defRPr sz="1200">
                <a:solidFill>
                  <a:schemeClr val="lt1"/>
                </a:solidFill>
                <a:latin typeface="Sora"/>
                <a:ea typeface="Sora"/>
                <a:cs typeface="Sora"/>
                <a:sym typeface="Sora"/>
              </a:defRPr>
            </a:lvl4pPr>
            <a:lvl5pPr lvl="4">
              <a:spcBef>
                <a:spcPts val="0"/>
              </a:spcBef>
              <a:spcAft>
                <a:spcPts val="0"/>
              </a:spcAft>
              <a:buClr>
                <a:schemeClr val="lt1"/>
              </a:buClr>
              <a:buSzPts val="1200"/>
              <a:buFont typeface="Sora"/>
              <a:buNone/>
              <a:defRPr sz="1200">
                <a:solidFill>
                  <a:schemeClr val="lt1"/>
                </a:solidFill>
                <a:latin typeface="Sora"/>
                <a:ea typeface="Sora"/>
                <a:cs typeface="Sora"/>
                <a:sym typeface="Sora"/>
              </a:defRPr>
            </a:lvl5pPr>
            <a:lvl6pPr lvl="5">
              <a:spcBef>
                <a:spcPts val="0"/>
              </a:spcBef>
              <a:spcAft>
                <a:spcPts val="0"/>
              </a:spcAft>
              <a:buClr>
                <a:schemeClr val="lt1"/>
              </a:buClr>
              <a:buSzPts val="1200"/>
              <a:buFont typeface="Sora"/>
              <a:buNone/>
              <a:defRPr sz="1200">
                <a:solidFill>
                  <a:schemeClr val="lt1"/>
                </a:solidFill>
                <a:latin typeface="Sora"/>
                <a:ea typeface="Sora"/>
                <a:cs typeface="Sora"/>
                <a:sym typeface="Sora"/>
              </a:defRPr>
            </a:lvl6pPr>
            <a:lvl7pPr lvl="6">
              <a:spcBef>
                <a:spcPts val="0"/>
              </a:spcBef>
              <a:spcAft>
                <a:spcPts val="0"/>
              </a:spcAft>
              <a:buClr>
                <a:schemeClr val="lt1"/>
              </a:buClr>
              <a:buSzPts val="1200"/>
              <a:buFont typeface="Sora"/>
              <a:buNone/>
              <a:defRPr sz="1200">
                <a:solidFill>
                  <a:schemeClr val="lt1"/>
                </a:solidFill>
                <a:latin typeface="Sora"/>
                <a:ea typeface="Sora"/>
                <a:cs typeface="Sora"/>
                <a:sym typeface="Sora"/>
              </a:defRPr>
            </a:lvl7pPr>
            <a:lvl8pPr lvl="7">
              <a:spcBef>
                <a:spcPts val="0"/>
              </a:spcBef>
              <a:spcAft>
                <a:spcPts val="0"/>
              </a:spcAft>
              <a:buClr>
                <a:schemeClr val="lt1"/>
              </a:buClr>
              <a:buSzPts val="1200"/>
              <a:buFont typeface="Sora"/>
              <a:buNone/>
              <a:defRPr sz="1200">
                <a:solidFill>
                  <a:schemeClr val="lt1"/>
                </a:solidFill>
                <a:latin typeface="Sora"/>
                <a:ea typeface="Sora"/>
                <a:cs typeface="Sora"/>
                <a:sym typeface="Sora"/>
              </a:defRPr>
            </a:lvl8pPr>
            <a:lvl9pPr lvl="8">
              <a:spcBef>
                <a:spcPts val="0"/>
              </a:spcBef>
              <a:spcAft>
                <a:spcPts val="0"/>
              </a:spcAft>
              <a:buClr>
                <a:schemeClr val="lt1"/>
              </a:buClr>
              <a:buSzPts val="1200"/>
              <a:buFont typeface="Sora"/>
              <a:buNone/>
              <a:defRPr sz="1200">
                <a:solidFill>
                  <a:schemeClr val="lt1"/>
                </a:solidFill>
                <a:latin typeface="Sora"/>
                <a:ea typeface="Sora"/>
                <a:cs typeface="Sora"/>
                <a:sym typeface="Sora"/>
              </a:defRPr>
            </a:lvl9pPr>
          </a:lstStyle>
          <a:p/>
        </p:txBody>
      </p:sp>
      <p:sp>
        <p:nvSpPr>
          <p:cNvPr id="287" name="Google Shape;287;p13"/>
          <p:cNvSpPr txBox="1"/>
          <p:nvPr>
            <p:ph idx="7"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ubtitle">
  <p:cSld name="BLANK_1_1_1_1_1_1_1_1_1_1_6">
    <p:spTree>
      <p:nvGrpSpPr>
        <p:cNvPr id="288" name="Shape 288"/>
        <p:cNvGrpSpPr/>
        <p:nvPr/>
      </p:nvGrpSpPr>
      <p:grpSpPr>
        <a:xfrm>
          <a:off x="0" y="0"/>
          <a:ext cx="0" cy="0"/>
          <a:chOff x="0" y="0"/>
          <a:chExt cx="0" cy="0"/>
        </a:xfrm>
      </p:grpSpPr>
      <p:sp>
        <p:nvSpPr>
          <p:cNvPr id="289" name="Google Shape;289;p14"/>
          <p:cNvSpPr/>
          <p:nvPr/>
        </p:nvSpPr>
        <p:spPr>
          <a:xfrm rot="35689">
            <a:off x="3842097" y="2193145"/>
            <a:ext cx="4854862" cy="1982508"/>
          </a:xfrm>
          <a:prstGeom prst="flowChartConnector">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90" name="Google Shape;290;p14"/>
          <p:cNvSpPr/>
          <p:nvPr/>
        </p:nvSpPr>
        <p:spPr>
          <a:xfrm rot="-1029644">
            <a:off x="3491561" y="2543266"/>
            <a:ext cx="5708121" cy="1598166"/>
          </a:xfrm>
          <a:prstGeom prst="flowChartConnector">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291" name="Google Shape;291;p14"/>
          <p:cNvGrpSpPr/>
          <p:nvPr/>
        </p:nvGrpSpPr>
        <p:grpSpPr>
          <a:xfrm rot="10800000">
            <a:off x="9" y="0"/>
            <a:ext cx="1889320" cy="1499480"/>
            <a:chOff x="461225" y="3249175"/>
            <a:chExt cx="1399496" cy="1110726"/>
          </a:xfrm>
        </p:grpSpPr>
        <p:grpSp>
          <p:nvGrpSpPr>
            <p:cNvPr id="292" name="Google Shape;292;p14"/>
            <p:cNvGrpSpPr/>
            <p:nvPr/>
          </p:nvGrpSpPr>
          <p:grpSpPr>
            <a:xfrm>
              <a:off x="461225" y="3249175"/>
              <a:ext cx="1399496" cy="370204"/>
              <a:chOff x="461225" y="3249175"/>
              <a:chExt cx="1399496" cy="370204"/>
            </a:xfrm>
          </p:grpSpPr>
          <p:sp>
            <p:nvSpPr>
              <p:cNvPr id="293" name="Google Shape;293;p1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94" name="Google Shape;294;p1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95" name="Google Shape;295;p1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96" name="Google Shape;296;p14"/>
              <p:cNvSpPr/>
              <p:nvPr/>
            </p:nvSpPr>
            <p:spPr>
              <a:xfrm>
                <a:off x="1571821" y="3249179"/>
                <a:ext cx="2889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97" name="Google Shape;297;p14"/>
            <p:cNvGrpSpPr/>
            <p:nvPr/>
          </p:nvGrpSpPr>
          <p:grpSpPr>
            <a:xfrm>
              <a:off x="461225" y="3619500"/>
              <a:ext cx="1399496" cy="370202"/>
              <a:chOff x="461225" y="3249175"/>
              <a:chExt cx="1399496" cy="370202"/>
            </a:xfrm>
          </p:grpSpPr>
          <p:sp>
            <p:nvSpPr>
              <p:cNvPr id="298" name="Google Shape;298;p1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99" name="Google Shape;299;p1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0" name="Google Shape;300;p1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1" name="Google Shape;301;p14"/>
              <p:cNvSpPr/>
              <p:nvPr/>
            </p:nvSpPr>
            <p:spPr>
              <a:xfrm>
                <a:off x="1571821" y="3249177"/>
                <a:ext cx="2889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302" name="Google Shape;302;p14"/>
            <p:cNvGrpSpPr/>
            <p:nvPr/>
          </p:nvGrpSpPr>
          <p:grpSpPr>
            <a:xfrm>
              <a:off x="461225" y="3989700"/>
              <a:ext cx="1399496" cy="370201"/>
              <a:chOff x="461225" y="3249175"/>
              <a:chExt cx="1399496" cy="370201"/>
            </a:xfrm>
          </p:grpSpPr>
          <p:sp>
            <p:nvSpPr>
              <p:cNvPr id="303" name="Google Shape;303;p1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4" name="Google Shape;304;p1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5" name="Google Shape;305;p1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6" name="Google Shape;306;p14"/>
              <p:cNvSpPr/>
              <p:nvPr/>
            </p:nvSpPr>
            <p:spPr>
              <a:xfrm>
                <a:off x="1571821" y="3249176"/>
                <a:ext cx="2889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307" name="Google Shape;307;p14"/>
          <p:cNvSpPr/>
          <p:nvPr/>
        </p:nvSpPr>
        <p:spPr>
          <a:xfrm>
            <a:off x="5909401" y="-3350"/>
            <a:ext cx="3234589" cy="1736822"/>
          </a:xfrm>
          <a:custGeom>
            <a:rect b="b" l="l" r="r" t="t"/>
            <a:pathLst>
              <a:path extrusionOk="0" h="141435" w="263403">
                <a:moveTo>
                  <a:pt x="0" y="277"/>
                </a:moveTo>
                <a:lnTo>
                  <a:pt x="193747" y="141435"/>
                </a:lnTo>
                <a:lnTo>
                  <a:pt x="263403" y="7658"/>
                </a:lnTo>
                <a:lnTo>
                  <a:pt x="263403" y="0"/>
                </a:lnTo>
                <a:close/>
              </a:path>
            </a:pathLst>
          </a:custGeom>
          <a:gradFill>
            <a:gsLst>
              <a:gs pos="0">
                <a:schemeClr val="accent2"/>
              </a:gs>
              <a:gs pos="21000">
                <a:schemeClr val="lt2"/>
              </a:gs>
              <a:gs pos="51000">
                <a:schemeClr val="accent1"/>
              </a:gs>
              <a:gs pos="79000">
                <a:schemeClr val="accent1"/>
              </a:gs>
              <a:gs pos="91000">
                <a:schemeClr val="accent3"/>
              </a:gs>
              <a:gs pos="100000">
                <a:schemeClr val="accent4"/>
              </a:gs>
            </a:gsLst>
            <a:lin ang="5400012" scaled="0"/>
          </a:gradFill>
          <a:ln>
            <a:noFill/>
          </a:ln>
          <a:effectLst>
            <a:outerShdw blurRad="1042988" rotWithShape="0" algn="bl" dir="5400000" dist="19050">
              <a:schemeClr val="lt2">
                <a:alpha val="49000"/>
              </a:schemeClr>
            </a:outerShdw>
          </a:effectLst>
        </p:spPr>
      </p:sp>
      <p:sp>
        <p:nvSpPr>
          <p:cNvPr id="308" name="Google Shape;308;p14"/>
          <p:cNvSpPr/>
          <p:nvPr/>
        </p:nvSpPr>
        <p:spPr>
          <a:xfrm>
            <a:off x="8299949" y="73285"/>
            <a:ext cx="844041" cy="1631459"/>
          </a:xfrm>
          <a:custGeom>
            <a:rect b="b" l="l" r="r" t="t"/>
            <a:pathLst>
              <a:path extrusionOk="0" h="132855" w="68733">
                <a:moveTo>
                  <a:pt x="0" y="132855"/>
                </a:moveTo>
                <a:lnTo>
                  <a:pt x="68733" y="58124"/>
                </a:lnTo>
                <a:lnTo>
                  <a:pt x="68733" y="0"/>
                </a:lnTo>
                <a:close/>
              </a:path>
            </a:pathLst>
          </a:custGeom>
          <a:solidFill>
            <a:schemeClr val="accent5"/>
          </a:solidFill>
          <a:ln>
            <a:noFill/>
          </a:ln>
        </p:spPr>
      </p:sp>
      <p:sp>
        <p:nvSpPr>
          <p:cNvPr id="309" name="Google Shape;309;p14"/>
          <p:cNvSpPr txBox="1"/>
          <p:nvPr>
            <p:ph type="title"/>
          </p:nvPr>
        </p:nvSpPr>
        <p:spPr>
          <a:xfrm>
            <a:off x="163725" y="2947825"/>
            <a:ext cx="6637500" cy="14994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500"/>
              <a:buFont typeface="IBM Plex Sans"/>
              <a:buNone/>
              <a:defRPr sz="5500"/>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310" name="Google Shape;310;p14"/>
          <p:cNvSpPr txBox="1"/>
          <p:nvPr>
            <p:ph idx="1" type="subTitle"/>
          </p:nvPr>
        </p:nvSpPr>
        <p:spPr>
          <a:xfrm>
            <a:off x="163725" y="1184350"/>
            <a:ext cx="3336600" cy="1582200"/>
          </a:xfrm>
          <a:prstGeom prst="rect">
            <a:avLst/>
          </a:prstGeom>
        </p:spPr>
        <p:txBody>
          <a:bodyPr anchorCtr="0" anchor="b" bIns="0" lIns="91425" spcFirstLastPara="1" rIns="91425" wrap="square" tIns="91425">
            <a:noAutofit/>
          </a:bodyPr>
          <a:lstStyle>
            <a:lvl1pPr lvl="0">
              <a:lnSpc>
                <a:spcPct val="115000"/>
              </a:lnSpc>
              <a:spcBef>
                <a:spcPts val="0"/>
              </a:spcBef>
              <a:spcAft>
                <a:spcPts val="0"/>
              </a:spcAft>
              <a:buClr>
                <a:schemeClr val="lt1"/>
              </a:buClr>
              <a:buSzPts val="1200"/>
              <a:buFont typeface="Sora"/>
              <a:buNone/>
              <a:defRPr sz="1200"/>
            </a:lvl1pPr>
            <a:lvl2pPr lvl="1">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2pPr>
            <a:lvl3pPr lvl="2">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3pPr>
            <a:lvl4pPr lvl="3">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4pPr>
            <a:lvl5pPr lvl="4">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5pPr>
            <a:lvl6pPr lvl="5">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6pPr>
            <a:lvl7pPr lvl="6">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7pPr>
            <a:lvl8pPr lvl="7">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8pPr>
            <a:lvl9pPr lvl="8">
              <a:lnSpc>
                <a:spcPct val="115000"/>
              </a:lnSpc>
              <a:spcBef>
                <a:spcPts val="1000"/>
              </a:spcBef>
              <a:spcAft>
                <a:spcPts val="1000"/>
              </a:spcAft>
              <a:buClr>
                <a:schemeClr val="lt1"/>
              </a:buClr>
              <a:buSzPts val="1200"/>
              <a:buFont typeface="Sora"/>
              <a:buNone/>
              <a:defRPr sz="1200">
                <a:solidFill>
                  <a:schemeClr val="lt1"/>
                </a:solidFill>
                <a:latin typeface="Sora"/>
                <a:ea typeface="Sora"/>
                <a:cs typeface="Sora"/>
                <a:sym typeface="Sora"/>
              </a:defRPr>
            </a:lvl9pPr>
          </a:lstStyle>
          <a:p/>
        </p:txBody>
      </p:sp>
      <p:sp>
        <p:nvSpPr>
          <p:cNvPr id="311" name="Google Shape;311;p14"/>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12" name="Google Shape;312;p14"/>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3">
  <p:cSld name="BLANK_1_1_1_1_1_1_1_1_1_1_5">
    <p:spTree>
      <p:nvGrpSpPr>
        <p:cNvPr id="313" name="Shape 313"/>
        <p:cNvGrpSpPr/>
        <p:nvPr/>
      </p:nvGrpSpPr>
      <p:grpSpPr>
        <a:xfrm>
          <a:off x="0" y="0"/>
          <a:ext cx="0" cy="0"/>
          <a:chOff x="0" y="0"/>
          <a:chExt cx="0" cy="0"/>
        </a:xfrm>
      </p:grpSpPr>
      <p:sp>
        <p:nvSpPr>
          <p:cNvPr id="314" name="Google Shape;314;p15"/>
          <p:cNvSpPr/>
          <p:nvPr/>
        </p:nvSpPr>
        <p:spPr>
          <a:xfrm>
            <a:off x="1347300" y="4352975"/>
            <a:ext cx="6752827" cy="790544"/>
          </a:xfrm>
          <a:custGeom>
            <a:rect b="b" l="l" r="r" t="t"/>
            <a:pathLst>
              <a:path extrusionOk="0" h="14771" w="86243">
                <a:moveTo>
                  <a:pt x="61203" y="1"/>
                </a:moveTo>
                <a:lnTo>
                  <a:pt x="59656" y="20"/>
                </a:lnTo>
                <a:lnTo>
                  <a:pt x="58090" y="60"/>
                </a:lnTo>
                <a:lnTo>
                  <a:pt x="56504" y="119"/>
                </a:lnTo>
                <a:lnTo>
                  <a:pt x="54898" y="199"/>
                </a:lnTo>
                <a:lnTo>
                  <a:pt x="53272" y="298"/>
                </a:lnTo>
                <a:lnTo>
                  <a:pt x="51627" y="417"/>
                </a:lnTo>
                <a:lnTo>
                  <a:pt x="49961" y="575"/>
                </a:lnTo>
                <a:lnTo>
                  <a:pt x="48276" y="734"/>
                </a:lnTo>
                <a:lnTo>
                  <a:pt x="46591" y="932"/>
                </a:lnTo>
                <a:lnTo>
                  <a:pt x="44886" y="1150"/>
                </a:lnTo>
                <a:lnTo>
                  <a:pt x="43161" y="1388"/>
                </a:lnTo>
                <a:lnTo>
                  <a:pt x="41436" y="1646"/>
                </a:lnTo>
                <a:lnTo>
                  <a:pt x="39711" y="1924"/>
                </a:lnTo>
                <a:lnTo>
                  <a:pt x="37967" y="2221"/>
                </a:lnTo>
                <a:lnTo>
                  <a:pt x="36202" y="2538"/>
                </a:lnTo>
                <a:lnTo>
                  <a:pt x="34458" y="2875"/>
                </a:lnTo>
                <a:lnTo>
                  <a:pt x="31900" y="3411"/>
                </a:lnTo>
                <a:lnTo>
                  <a:pt x="29382" y="3986"/>
                </a:lnTo>
                <a:lnTo>
                  <a:pt x="26884" y="4600"/>
                </a:lnTo>
                <a:lnTo>
                  <a:pt x="24426" y="5235"/>
                </a:lnTo>
                <a:lnTo>
                  <a:pt x="22007" y="5909"/>
                </a:lnTo>
                <a:lnTo>
                  <a:pt x="19628" y="6622"/>
                </a:lnTo>
                <a:lnTo>
                  <a:pt x="17288" y="7356"/>
                </a:lnTo>
                <a:lnTo>
                  <a:pt x="15008" y="8129"/>
                </a:lnTo>
                <a:lnTo>
                  <a:pt x="12867" y="8902"/>
                </a:lnTo>
                <a:lnTo>
                  <a:pt x="10805" y="9695"/>
                </a:lnTo>
                <a:lnTo>
                  <a:pt x="8823" y="10488"/>
                </a:lnTo>
                <a:lnTo>
                  <a:pt x="6900" y="11321"/>
                </a:lnTo>
                <a:lnTo>
                  <a:pt x="5056" y="12154"/>
                </a:lnTo>
                <a:lnTo>
                  <a:pt x="4164" y="12590"/>
                </a:lnTo>
                <a:lnTo>
                  <a:pt x="3291" y="13006"/>
                </a:lnTo>
                <a:lnTo>
                  <a:pt x="2439" y="13442"/>
                </a:lnTo>
                <a:lnTo>
                  <a:pt x="1606" y="13879"/>
                </a:lnTo>
                <a:lnTo>
                  <a:pt x="793" y="14335"/>
                </a:lnTo>
                <a:lnTo>
                  <a:pt x="0" y="14771"/>
                </a:lnTo>
                <a:lnTo>
                  <a:pt x="83665" y="14771"/>
                </a:lnTo>
                <a:lnTo>
                  <a:pt x="84042" y="14335"/>
                </a:lnTo>
                <a:lnTo>
                  <a:pt x="84379" y="13918"/>
                </a:lnTo>
                <a:lnTo>
                  <a:pt x="84696" y="13482"/>
                </a:lnTo>
                <a:lnTo>
                  <a:pt x="84974" y="13066"/>
                </a:lnTo>
                <a:lnTo>
                  <a:pt x="85232" y="12649"/>
                </a:lnTo>
                <a:lnTo>
                  <a:pt x="85450" y="12233"/>
                </a:lnTo>
                <a:lnTo>
                  <a:pt x="85648" y="11817"/>
                </a:lnTo>
                <a:lnTo>
                  <a:pt x="85826" y="11400"/>
                </a:lnTo>
                <a:lnTo>
                  <a:pt x="85965" y="11004"/>
                </a:lnTo>
                <a:lnTo>
                  <a:pt x="86084" y="10607"/>
                </a:lnTo>
                <a:lnTo>
                  <a:pt x="86163" y="10211"/>
                </a:lnTo>
                <a:lnTo>
                  <a:pt x="86223" y="9814"/>
                </a:lnTo>
                <a:lnTo>
                  <a:pt x="86243" y="9438"/>
                </a:lnTo>
                <a:lnTo>
                  <a:pt x="86243" y="9041"/>
                </a:lnTo>
                <a:lnTo>
                  <a:pt x="86203" y="8664"/>
                </a:lnTo>
                <a:lnTo>
                  <a:pt x="86144" y="8288"/>
                </a:lnTo>
                <a:lnTo>
                  <a:pt x="86084" y="8050"/>
                </a:lnTo>
                <a:lnTo>
                  <a:pt x="86025" y="7812"/>
                </a:lnTo>
                <a:lnTo>
                  <a:pt x="85945" y="7574"/>
                </a:lnTo>
                <a:lnTo>
                  <a:pt x="85846" y="7336"/>
                </a:lnTo>
                <a:lnTo>
                  <a:pt x="85747" y="7118"/>
                </a:lnTo>
                <a:lnTo>
                  <a:pt x="85628" y="6880"/>
                </a:lnTo>
                <a:lnTo>
                  <a:pt x="85370" y="6444"/>
                </a:lnTo>
                <a:lnTo>
                  <a:pt x="85053" y="6008"/>
                </a:lnTo>
                <a:lnTo>
                  <a:pt x="84676" y="5591"/>
                </a:lnTo>
                <a:lnTo>
                  <a:pt x="84280" y="5175"/>
                </a:lnTo>
                <a:lnTo>
                  <a:pt x="83824" y="4798"/>
                </a:lnTo>
                <a:lnTo>
                  <a:pt x="83309" y="4402"/>
                </a:lnTo>
                <a:lnTo>
                  <a:pt x="82773" y="4045"/>
                </a:lnTo>
                <a:lnTo>
                  <a:pt x="82178" y="3688"/>
                </a:lnTo>
                <a:lnTo>
                  <a:pt x="81524" y="3351"/>
                </a:lnTo>
                <a:lnTo>
                  <a:pt x="80850" y="3034"/>
                </a:lnTo>
                <a:lnTo>
                  <a:pt x="80117" y="2717"/>
                </a:lnTo>
                <a:lnTo>
                  <a:pt x="79343" y="2419"/>
                </a:lnTo>
                <a:lnTo>
                  <a:pt x="78530" y="2142"/>
                </a:lnTo>
                <a:lnTo>
                  <a:pt x="77698" y="1884"/>
                </a:lnTo>
                <a:lnTo>
                  <a:pt x="76825" y="1646"/>
                </a:lnTo>
                <a:lnTo>
                  <a:pt x="75933" y="1428"/>
                </a:lnTo>
                <a:lnTo>
                  <a:pt x="74982" y="1230"/>
                </a:lnTo>
                <a:lnTo>
                  <a:pt x="74010" y="1031"/>
                </a:lnTo>
                <a:lnTo>
                  <a:pt x="72999" y="853"/>
                </a:lnTo>
                <a:lnTo>
                  <a:pt x="71948" y="694"/>
                </a:lnTo>
                <a:lnTo>
                  <a:pt x="70878" y="556"/>
                </a:lnTo>
                <a:lnTo>
                  <a:pt x="69767" y="437"/>
                </a:lnTo>
                <a:lnTo>
                  <a:pt x="68618" y="318"/>
                </a:lnTo>
                <a:lnTo>
                  <a:pt x="67448" y="219"/>
                </a:lnTo>
                <a:lnTo>
                  <a:pt x="66258" y="139"/>
                </a:lnTo>
                <a:lnTo>
                  <a:pt x="65029" y="80"/>
                </a:lnTo>
                <a:lnTo>
                  <a:pt x="63780" y="40"/>
                </a:lnTo>
                <a:lnTo>
                  <a:pt x="62511" y="20"/>
                </a:lnTo>
                <a:lnTo>
                  <a:pt x="61203" y="1"/>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315" name="Google Shape;315;p15"/>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16" name="Google Shape;316;p15"/>
          <p:cNvSpPr txBox="1"/>
          <p:nvPr>
            <p:ph idx="2" type="title"/>
          </p:nvPr>
        </p:nvSpPr>
        <p:spPr>
          <a:xfrm>
            <a:off x="115025" y="502775"/>
            <a:ext cx="58290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317" name="Google Shape;317;p15"/>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_1_1_1_1_1_1_4">
    <p:spTree>
      <p:nvGrpSpPr>
        <p:cNvPr id="318" name="Shape 318"/>
        <p:cNvGrpSpPr/>
        <p:nvPr/>
      </p:nvGrpSpPr>
      <p:grpSpPr>
        <a:xfrm>
          <a:off x="0" y="0"/>
          <a:ext cx="0" cy="0"/>
          <a:chOff x="0" y="0"/>
          <a:chExt cx="0" cy="0"/>
        </a:xfrm>
      </p:grpSpPr>
      <p:sp>
        <p:nvSpPr>
          <p:cNvPr id="319" name="Google Shape;319;p16"/>
          <p:cNvSpPr/>
          <p:nvPr/>
        </p:nvSpPr>
        <p:spPr>
          <a:xfrm rot="-737329">
            <a:off x="5068924" y="-96942"/>
            <a:ext cx="3371552" cy="1136324"/>
          </a:xfrm>
          <a:prstGeom prst="chord">
            <a:avLst>
              <a:gd fmla="val 21353619" name="adj1"/>
              <a:gd fmla="val 14210633"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20" name="Google Shape;320;p16"/>
          <p:cNvSpPr txBox="1"/>
          <p:nvPr>
            <p:ph type="title"/>
          </p:nvPr>
        </p:nvSpPr>
        <p:spPr>
          <a:xfrm>
            <a:off x="134550" y="1524225"/>
            <a:ext cx="1119600" cy="297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2pPr>
            <a:lvl3pPr lvl="2">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3pPr>
            <a:lvl4pPr lvl="3">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4pPr>
            <a:lvl5pPr lvl="4">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5pPr>
            <a:lvl6pPr lvl="5">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6pPr>
            <a:lvl7pPr lvl="6">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7pPr>
            <a:lvl8pPr lvl="7">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8pPr>
            <a:lvl9pPr lvl="8">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9pPr>
          </a:lstStyle>
          <a:p/>
        </p:txBody>
      </p:sp>
      <p:sp>
        <p:nvSpPr>
          <p:cNvPr id="321" name="Google Shape;321;p16"/>
          <p:cNvSpPr txBox="1"/>
          <p:nvPr>
            <p:ph idx="2" type="title"/>
          </p:nvPr>
        </p:nvSpPr>
        <p:spPr>
          <a:xfrm>
            <a:off x="132615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322" name="Google Shape;322;p16"/>
          <p:cNvSpPr txBox="1"/>
          <p:nvPr>
            <p:ph idx="3" type="title"/>
          </p:nvPr>
        </p:nvSpPr>
        <p:spPr>
          <a:xfrm>
            <a:off x="3808925"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323" name="Google Shape;323;p16"/>
          <p:cNvSpPr txBox="1"/>
          <p:nvPr>
            <p:ph idx="4" type="title"/>
          </p:nvPr>
        </p:nvSpPr>
        <p:spPr>
          <a:xfrm>
            <a:off x="629170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324" name="Google Shape;324;p16"/>
          <p:cNvSpPr txBox="1"/>
          <p:nvPr>
            <p:ph idx="5" type="title"/>
          </p:nvPr>
        </p:nvSpPr>
        <p:spPr>
          <a:xfrm>
            <a:off x="134550" y="260620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9pPr>
          </a:lstStyle>
          <a:p/>
        </p:txBody>
      </p:sp>
      <p:sp>
        <p:nvSpPr>
          <p:cNvPr id="325" name="Google Shape;325;p16"/>
          <p:cNvSpPr txBox="1"/>
          <p:nvPr>
            <p:ph idx="6" type="title"/>
          </p:nvPr>
        </p:nvSpPr>
        <p:spPr>
          <a:xfrm>
            <a:off x="134550" y="365975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9pPr>
          </a:lstStyle>
          <a:p/>
        </p:txBody>
      </p:sp>
      <p:sp>
        <p:nvSpPr>
          <p:cNvPr id="326" name="Google Shape;326;p16"/>
          <p:cNvSpPr txBox="1"/>
          <p:nvPr>
            <p:ph idx="7"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27" name="Google Shape;327;p16"/>
          <p:cNvSpPr/>
          <p:nvPr/>
        </p:nvSpPr>
        <p:spPr>
          <a:xfrm flipH="1" rot="-6104187">
            <a:off x="4324040" y="2970795"/>
            <a:ext cx="1541221" cy="4732320"/>
          </a:xfrm>
          <a:prstGeom prst="chord">
            <a:avLst>
              <a:gd fmla="val 4994308" name="adj1"/>
              <a:gd fmla="val 15114049"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28" name="Google Shape;328;p16"/>
          <p:cNvSpPr/>
          <p:nvPr/>
        </p:nvSpPr>
        <p:spPr>
          <a:xfrm rot="5740201">
            <a:off x="4240558" y="2810912"/>
            <a:ext cx="1433212" cy="5490517"/>
          </a:xfrm>
          <a:prstGeom prst="chord">
            <a:avLst>
              <a:gd fmla="val 5592353" name="adj1"/>
              <a:gd fmla="val 15024063"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29" name="Google Shape;329;p16"/>
          <p:cNvSpPr txBox="1"/>
          <p:nvPr>
            <p:ph idx="1" type="body"/>
          </p:nvPr>
        </p:nvSpPr>
        <p:spPr>
          <a:xfrm>
            <a:off x="1326025"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0" name="Google Shape;330;p16"/>
          <p:cNvSpPr txBox="1"/>
          <p:nvPr>
            <p:ph idx="8" type="body"/>
          </p:nvPr>
        </p:nvSpPr>
        <p:spPr>
          <a:xfrm>
            <a:off x="380886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800"/>
              </a:spcBef>
              <a:spcAft>
                <a:spcPts val="0"/>
              </a:spcAft>
              <a:buSzPts val="1000"/>
              <a:buFont typeface="Sora"/>
              <a:buChar char="○"/>
              <a:defRPr sz="1000"/>
            </a:lvl2pPr>
            <a:lvl3pPr indent="-292100" lvl="2" marL="1371600">
              <a:spcBef>
                <a:spcPts val="800"/>
              </a:spcBef>
              <a:spcAft>
                <a:spcPts val="0"/>
              </a:spcAft>
              <a:buSzPts val="1000"/>
              <a:buFont typeface="Sora"/>
              <a:buChar char="■"/>
              <a:defRPr sz="1000"/>
            </a:lvl3pPr>
            <a:lvl4pPr indent="-292100" lvl="3" marL="1828800">
              <a:spcBef>
                <a:spcPts val="800"/>
              </a:spcBef>
              <a:spcAft>
                <a:spcPts val="0"/>
              </a:spcAft>
              <a:buSzPts val="1000"/>
              <a:buFont typeface="Sora"/>
              <a:buChar char="●"/>
              <a:defRPr sz="1000"/>
            </a:lvl4pPr>
            <a:lvl5pPr indent="-292100" lvl="4" marL="2286000">
              <a:spcBef>
                <a:spcPts val="800"/>
              </a:spcBef>
              <a:spcAft>
                <a:spcPts val="0"/>
              </a:spcAft>
              <a:buSzPts val="1000"/>
              <a:buFont typeface="Sora"/>
              <a:buChar char="○"/>
              <a:defRPr sz="1000"/>
            </a:lvl5pPr>
            <a:lvl6pPr indent="-292100" lvl="5" marL="2743200">
              <a:spcBef>
                <a:spcPts val="800"/>
              </a:spcBef>
              <a:spcAft>
                <a:spcPts val="0"/>
              </a:spcAft>
              <a:buSzPts val="1000"/>
              <a:buFont typeface="Sora"/>
              <a:buChar char="■"/>
              <a:defRPr sz="1000"/>
            </a:lvl6pPr>
            <a:lvl7pPr indent="-292100" lvl="6" marL="3200400">
              <a:spcBef>
                <a:spcPts val="800"/>
              </a:spcBef>
              <a:spcAft>
                <a:spcPts val="0"/>
              </a:spcAft>
              <a:buSzPts val="1000"/>
              <a:buFont typeface="Sora"/>
              <a:buChar char="●"/>
              <a:defRPr sz="1000"/>
            </a:lvl7pPr>
            <a:lvl8pPr indent="-292100" lvl="7" marL="3657600">
              <a:spcBef>
                <a:spcPts val="800"/>
              </a:spcBef>
              <a:spcAft>
                <a:spcPts val="0"/>
              </a:spcAft>
              <a:buSzPts val="1000"/>
              <a:buFont typeface="Sora"/>
              <a:buChar char="○"/>
              <a:defRPr sz="1000"/>
            </a:lvl8pPr>
            <a:lvl9pPr indent="-292100" lvl="8" marL="4114800">
              <a:spcBef>
                <a:spcPts val="800"/>
              </a:spcBef>
              <a:spcAft>
                <a:spcPts val="800"/>
              </a:spcAft>
              <a:buSzPts val="1000"/>
              <a:buFont typeface="Sora"/>
              <a:buChar char="■"/>
              <a:defRPr sz="1000"/>
            </a:lvl9pPr>
          </a:lstStyle>
          <a:p/>
        </p:txBody>
      </p:sp>
      <p:sp>
        <p:nvSpPr>
          <p:cNvPr id="331" name="Google Shape;331;p16"/>
          <p:cNvSpPr txBox="1"/>
          <p:nvPr>
            <p:ph idx="9" type="body"/>
          </p:nvPr>
        </p:nvSpPr>
        <p:spPr>
          <a:xfrm>
            <a:off x="629171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2" name="Google Shape;332;p16"/>
          <p:cNvSpPr txBox="1"/>
          <p:nvPr>
            <p:ph idx="13" type="body"/>
          </p:nvPr>
        </p:nvSpPr>
        <p:spPr>
          <a:xfrm>
            <a:off x="1326025"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3" name="Google Shape;333;p16"/>
          <p:cNvSpPr txBox="1"/>
          <p:nvPr>
            <p:ph idx="14" type="body"/>
          </p:nvPr>
        </p:nvSpPr>
        <p:spPr>
          <a:xfrm>
            <a:off x="380886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4" name="Google Shape;334;p16"/>
          <p:cNvSpPr txBox="1"/>
          <p:nvPr>
            <p:ph idx="15" type="body"/>
          </p:nvPr>
        </p:nvSpPr>
        <p:spPr>
          <a:xfrm>
            <a:off x="629171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5" name="Google Shape;335;p16"/>
          <p:cNvSpPr txBox="1"/>
          <p:nvPr>
            <p:ph idx="16" type="body"/>
          </p:nvPr>
        </p:nvSpPr>
        <p:spPr>
          <a:xfrm>
            <a:off x="1326025"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6" name="Google Shape;336;p16"/>
          <p:cNvSpPr txBox="1"/>
          <p:nvPr>
            <p:ph idx="17" type="body"/>
          </p:nvPr>
        </p:nvSpPr>
        <p:spPr>
          <a:xfrm>
            <a:off x="3808867"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7" name="Google Shape;337;p16"/>
          <p:cNvSpPr txBox="1"/>
          <p:nvPr>
            <p:ph idx="18" type="body"/>
          </p:nvPr>
        </p:nvSpPr>
        <p:spPr>
          <a:xfrm>
            <a:off x="6291721"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8" name="Google Shape;338;p16"/>
          <p:cNvSpPr txBox="1"/>
          <p:nvPr>
            <p:ph idx="19" type="title"/>
          </p:nvPr>
        </p:nvSpPr>
        <p:spPr>
          <a:xfrm>
            <a:off x="38100" y="319650"/>
            <a:ext cx="3116700" cy="520200"/>
          </a:xfrm>
          <a:prstGeom prst="rect">
            <a:avLst/>
          </a:prstGeom>
        </p:spPr>
        <p:txBody>
          <a:bodyPr anchorCtr="0" anchor="t" bIns="91425" lIns="182875" spcFirstLastPara="1" rIns="91425" wrap="square" tIns="91425">
            <a:spAutoFit/>
          </a:bodyPr>
          <a:lstStyle>
            <a:lvl1pPr lvl="0">
              <a:spcBef>
                <a:spcPts val="0"/>
              </a:spcBef>
              <a:spcAft>
                <a:spcPts val="0"/>
              </a:spcAft>
              <a:buNone/>
              <a:defRPr sz="1600">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p:txBody>
      </p:sp>
      <p:sp>
        <p:nvSpPr>
          <p:cNvPr id="339" name="Google Shape;339;p16"/>
          <p:cNvSpPr txBox="1"/>
          <p:nvPr>
            <p:ph idx="20"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 Dark">
  <p:cSld name="BLANK_1_1_1_1_1_1_1_1_1_1_4_1">
    <p:bg>
      <p:bgPr>
        <a:solidFill>
          <a:schemeClr val="lt1"/>
        </a:solidFill>
      </p:bgPr>
    </p:bg>
    <p:spTree>
      <p:nvGrpSpPr>
        <p:cNvPr id="340" name="Shape 340"/>
        <p:cNvGrpSpPr/>
        <p:nvPr/>
      </p:nvGrpSpPr>
      <p:grpSpPr>
        <a:xfrm>
          <a:off x="0" y="0"/>
          <a:ext cx="0" cy="0"/>
          <a:chOff x="0" y="0"/>
          <a:chExt cx="0" cy="0"/>
        </a:xfrm>
      </p:grpSpPr>
      <p:sp>
        <p:nvSpPr>
          <p:cNvPr id="341" name="Google Shape;341;p17"/>
          <p:cNvSpPr/>
          <p:nvPr/>
        </p:nvSpPr>
        <p:spPr>
          <a:xfrm rot="-737329">
            <a:off x="5068924" y="-96942"/>
            <a:ext cx="3371552" cy="1136324"/>
          </a:xfrm>
          <a:prstGeom prst="chord">
            <a:avLst>
              <a:gd fmla="val 21353619" name="adj1"/>
              <a:gd fmla="val 14210633"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5"/>
              </a:solidFill>
              <a:latin typeface="Sora"/>
              <a:ea typeface="Sora"/>
              <a:cs typeface="Sora"/>
              <a:sym typeface="Sora"/>
            </a:endParaRPr>
          </a:p>
        </p:txBody>
      </p:sp>
      <p:sp>
        <p:nvSpPr>
          <p:cNvPr id="342" name="Google Shape;342;p17"/>
          <p:cNvSpPr txBox="1"/>
          <p:nvPr>
            <p:ph type="title"/>
          </p:nvPr>
        </p:nvSpPr>
        <p:spPr>
          <a:xfrm>
            <a:off x="134550" y="1524225"/>
            <a:ext cx="1119600" cy="297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accent3"/>
              </a:buClr>
              <a:buSzPts val="1200"/>
              <a:buFont typeface="IBM Plex Sans Medium"/>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2pPr>
            <a:lvl3pPr lvl="2">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3pPr>
            <a:lvl4pPr lvl="3">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4pPr>
            <a:lvl5pPr lvl="4">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5pPr>
            <a:lvl6pPr lvl="5">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6pPr>
            <a:lvl7pPr lvl="6">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7pPr>
            <a:lvl8pPr lvl="7">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8pPr>
            <a:lvl9pPr lvl="8">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9pPr>
          </a:lstStyle>
          <a:p/>
        </p:txBody>
      </p:sp>
      <p:sp>
        <p:nvSpPr>
          <p:cNvPr id="343" name="Google Shape;343;p17"/>
          <p:cNvSpPr txBox="1"/>
          <p:nvPr>
            <p:ph idx="2" type="title"/>
          </p:nvPr>
        </p:nvSpPr>
        <p:spPr>
          <a:xfrm>
            <a:off x="134550" y="260620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200"/>
              <a:buFont typeface="IBM Plex Sans Medium"/>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2pPr>
            <a:lvl3pPr lvl="2">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3pPr>
            <a:lvl4pPr lvl="3">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4pPr>
            <a:lvl5pPr lvl="4">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5pPr>
            <a:lvl6pPr lvl="5">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6pPr>
            <a:lvl7pPr lvl="6">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7pPr>
            <a:lvl8pPr lvl="7">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8pPr>
            <a:lvl9pPr lvl="8">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9pPr>
          </a:lstStyle>
          <a:p/>
        </p:txBody>
      </p:sp>
      <p:sp>
        <p:nvSpPr>
          <p:cNvPr id="344" name="Google Shape;344;p17"/>
          <p:cNvSpPr txBox="1"/>
          <p:nvPr>
            <p:ph idx="3" type="title"/>
          </p:nvPr>
        </p:nvSpPr>
        <p:spPr>
          <a:xfrm>
            <a:off x="134550" y="365975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200"/>
              <a:buFont typeface="IBM Plex Sans Medium"/>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2pPr>
            <a:lvl3pPr lvl="2">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3pPr>
            <a:lvl4pPr lvl="3">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4pPr>
            <a:lvl5pPr lvl="4">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5pPr>
            <a:lvl6pPr lvl="5">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6pPr>
            <a:lvl7pPr lvl="6">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7pPr>
            <a:lvl8pPr lvl="7">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8pPr>
            <a:lvl9pPr lvl="8">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9pPr>
          </a:lstStyle>
          <a:p/>
        </p:txBody>
      </p:sp>
      <p:sp>
        <p:nvSpPr>
          <p:cNvPr id="345" name="Google Shape;345;p17"/>
          <p:cNvSpPr txBox="1"/>
          <p:nvPr>
            <p:ph idx="4" type="title"/>
          </p:nvPr>
        </p:nvSpPr>
        <p:spPr>
          <a:xfrm>
            <a:off x="38100" y="319650"/>
            <a:ext cx="3116700" cy="520200"/>
          </a:xfrm>
          <a:prstGeom prst="rect">
            <a:avLst/>
          </a:prstGeom>
        </p:spPr>
        <p:txBody>
          <a:bodyPr anchorCtr="0" anchor="t" bIns="91425" lIns="182875" spcFirstLastPara="1" rIns="91425" wrap="square" tIns="91425">
            <a:spAutoFit/>
          </a:bodyPr>
          <a:lstStyle>
            <a:lvl1pPr lvl="0">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346" name="Google Shape;346;p17"/>
          <p:cNvSpPr txBox="1"/>
          <p:nvPr>
            <p:ph idx="5" type="title"/>
          </p:nvPr>
        </p:nvSpPr>
        <p:spPr>
          <a:xfrm>
            <a:off x="132615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1pPr>
            <a:lvl2pPr lvl="1">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2pPr>
            <a:lvl3pPr lvl="2">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3pPr>
            <a:lvl4pPr lvl="3">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4pPr>
            <a:lvl5pPr lvl="4">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5pPr>
            <a:lvl6pPr lvl="5">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6pPr>
            <a:lvl7pPr lvl="6">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7pPr>
            <a:lvl8pPr lvl="7">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8pPr>
            <a:lvl9pPr lvl="8">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9pPr>
          </a:lstStyle>
          <a:p/>
        </p:txBody>
      </p:sp>
      <p:sp>
        <p:nvSpPr>
          <p:cNvPr id="347" name="Google Shape;347;p17"/>
          <p:cNvSpPr txBox="1"/>
          <p:nvPr>
            <p:ph idx="6" type="title"/>
          </p:nvPr>
        </p:nvSpPr>
        <p:spPr>
          <a:xfrm>
            <a:off x="3808925"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1pPr>
            <a:lvl2pPr lvl="1">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2pPr>
            <a:lvl3pPr lvl="2">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3pPr>
            <a:lvl4pPr lvl="3">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4pPr>
            <a:lvl5pPr lvl="4">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5pPr>
            <a:lvl6pPr lvl="5">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6pPr>
            <a:lvl7pPr lvl="6">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7pPr>
            <a:lvl8pPr lvl="7">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8pPr>
            <a:lvl9pPr lvl="8">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9pPr>
          </a:lstStyle>
          <a:p/>
        </p:txBody>
      </p:sp>
      <p:sp>
        <p:nvSpPr>
          <p:cNvPr id="348" name="Google Shape;348;p17"/>
          <p:cNvSpPr txBox="1"/>
          <p:nvPr>
            <p:ph idx="7" type="title"/>
          </p:nvPr>
        </p:nvSpPr>
        <p:spPr>
          <a:xfrm>
            <a:off x="629170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1pPr>
            <a:lvl2pPr lvl="1">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2pPr>
            <a:lvl3pPr lvl="2">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3pPr>
            <a:lvl4pPr lvl="3">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4pPr>
            <a:lvl5pPr lvl="4">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5pPr>
            <a:lvl6pPr lvl="5">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6pPr>
            <a:lvl7pPr lvl="6">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7pPr>
            <a:lvl8pPr lvl="7">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8pPr>
            <a:lvl9pPr lvl="8">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9pPr>
          </a:lstStyle>
          <a:p/>
        </p:txBody>
      </p:sp>
      <p:sp>
        <p:nvSpPr>
          <p:cNvPr id="349" name="Google Shape;349;p17"/>
          <p:cNvSpPr/>
          <p:nvPr/>
        </p:nvSpPr>
        <p:spPr>
          <a:xfrm flipH="1" rot="-6104187">
            <a:off x="4324040" y="2970795"/>
            <a:ext cx="1541221" cy="4732320"/>
          </a:xfrm>
          <a:prstGeom prst="chord">
            <a:avLst>
              <a:gd fmla="val 4994308" name="adj1"/>
              <a:gd fmla="val 15114049"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50" name="Google Shape;350;p17"/>
          <p:cNvSpPr/>
          <p:nvPr/>
        </p:nvSpPr>
        <p:spPr>
          <a:xfrm rot="5740201">
            <a:off x="4240558" y="2810912"/>
            <a:ext cx="1433212" cy="5490517"/>
          </a:xfrm>
          <a:prstGeom prst="chord">
            <a:avLst>
              <a:gd fmla="val 5592353" name="adj1"/>
              <a:gd fmla="val 15024063"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51" name="Google Shape;351;p17"/>
          <p:cNvSpPr txBox="1"/>
          <p:nvPr>
            <p:ph idx="8"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352" name="Google Shape;352;p17"/>
          <p:cNvSpPr txBox="1"/>
          <p:nvPr>
            <p:ph idx="1" type="body"/>
          </p:nvPr>
        </p:nvSpPr>
        <p:spPr>
          <a:xfrm>
            <a:off x="1326025"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53" name="Google Shape;353;p17"/>
          <p:cNvSpPr txBox="1"/>
          <p:nvPr>
            <p:ph idx="9" type="body"/>
          </p:nvPr>
        </p:nvSpPr>
        <p:spPr>
          <a:xfrm>
            <a:off x="380886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800"/>
              </a:spcBef>
              <a:spcAft>
                <a:spcPts val="0"/>
              </a:spcAft>
              <a:buClr>
                <a:schemeClr val="dk1"/>
              </a:buClr>
              <a:buSzPts val="1000"/>
              <a:buFont typeface="Sora"/>
              <a:buChar char="◆"/>
              <a:defRPr sz="1000">
                <a:solidFill>
                  <a:schemeClr val="dk1"/>
                </a:solidFill>
              </a:defRPr>
            </a:lvl2pPr>
            <a:lvl3pPr indent="-292100" lvl="2" marL="1371600">
              <a:spcBef>
                <a:spcPts val="800"/>
              </a:spcBef>
              <a:spcAft>
                <a:spcPts val="0"/>
              </a:spcAft>
              <a:buClr>
                <a:schemeClr val="dk1"/>
              </a:buClr>
              <a:buSzPts val="1000"/>
              <a:buFont typeface="Sora"/>
              <a:buChar char="●"/>
              <a:defRPr sz="1000">
                <a:solidFill>
                  <a:schemeClr val="dk1"/>
                </a:solidFill>
              </a:defRPr>
            </a:lvl3pPr>
            <a:lvl4pPr indent="-292100" lvl="3" marL="1828800">
              <a:spcBef>
                <a:spcPts val="800"/>
              </a:spcBef>
              <a:spcAft>
                <a:spcPts val="0"/>
              </a:spcAft>
              <a:buClr>
                <a:schemeClr val="dk1"/>
              </a:buClr>
              <a:buSzPts val="1000"/>
              <a:buFont typeface="Sora"/>
              <a:buChar char="○"/>
              <a:defRPr sz="1000">
                <a:solidFill>
                  <a:schemeClr val="dk1"/>
                </a:solidFill>
              </a:defRPr>
            </a:lvl4pPr>
            <a:lvl5pPr indent="-292100" lvl="4" marL="2286000">
              <a:spcBef>
                <a:spcPts val="800"/>
              </a:spcBef>
              <a:spcAft>
                <a:spcPts val="0"/>
              </a:spcAft>
              <a:buClr>
                <a:schemeClr val="dk1"/>
              </a:buClr>
              <a:buSzPts val="1000"/>
              <a:buFont typeface="Sora"/>
              <a:buChar char="◆"/>
              <a:defRPr sz="1000">
                <a:solidFill>
                  <a:schemeClr val="dk1"/>
                </a:solidFill>
              </a:defRPr>
            </a:lvl5pPr>
            <a:lvl6pPr indent="-292100" lvl="5" marL="2743200">
              <a:spcBef>
                <a:spcPts val="800"/>
              </a:spcBef>
              <a:spcAft>
                <a:spcPts val="0"/>
              </a:spcAft>
              <a:buClr>
                <a:schemeClr val="dk1"/>
              </a:buClr>
              <a:buSzPts val="1000"/>
              <a:buFont typeface="Sora"/>
              <a:buChar char="●"/>
              <a:defRPr sz="1000">
                <a:solidFill>
                  <a:schemeClr val="dk1"/>
                </a:solidFill>
              </a:defRPr>
            </a:lvl6pPr>
            <a:lvl7pPr indent="-292100" lvl="6" marL="3200400">
              <a:spcBef>
                <a:spcPts val="800"/>
              </a:spcBef>
              <a:spcAft>
                <a:spcPts val="0"/>
              </a:spcAft>
              <a:buClr>
                <a:schemeClr val="dk1"/>
              </a:buClr>
              <a:buSzPts val="1000"/>
              <a:buFont typeface="Sora"/>
              <a:buChar char="○"/>
              <a:defRPr sz="1000">
                <a:solidFill>
                  <a:schemeClr val="dk1"/>
                </a:solidFill>
              </a:defRPr>
            </a:lvl7pPr>
            <a:lvl8pPr indent="-292100" lvl="7" marL="3657600">
              <a:spcBef>
                <a:spcPts val="800"/>
              </a:spcBef>
              <a:spcAft>
                <a:spcPts val="0"/>
              </a:spcAft>
              <a:buClr>
                <a:schemeClr val="dk1"/>
              </a:buClr>
              <a:buSzPts val="1000"/>
              <a:buFont typeface="Sora"/>
              <a:buChar char="◆"/>
              <a:defRPr sz="1000">
                <a:solidFill>
                  <a:schemeClr val="dk1"/>
                </a:solidFill>
              </a:defRPr>
            </a:lvl8pPr>
            <a:lvl9pPr indent="-292100" lvl="8" marL="4114800">
              <a:spcBef>
                <a:spcPts val="800"/>
              </a:spcBef>
              <a:spcAft>
                <a:spcPts val="800"/>
              </a:spcAft>
              <a:buClr>
                <a:schemeClr val="dk1"/>
              </a:buClr>
              <a:buSzPts val="1000"/>
              <a:buFont typeface="Sora"/>
              <a:buChar char="●"/>
              <a:defRPr sz="1000">
                <a:solidFill>
                  <a:schemeClr val="dk1"/>
                </a:solidFill>
              </a:defRPr>
            </a:lvl9pPr>
          </a:lstStyle>
          <a:p/>
        </p:txBody>
      </p:sp>
      <p:sp>
        <p:nvSpPr>
          <p:cNvPr id="354" name="Google Shape;354;p17"/>
          <p:cNvSpPr txBox="1"/>
          <p:nvPr>
            <p:ph idx="13" type="body"/>
          </p:nvPr>
        </p:nvSpPr>
        <p:spPr>
          <a:xfrm>
            <a:off x="629171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55" name="Google Shape;355;p17"/>
          <p:cNvSpPr txBox="1"/>
          <p:nvPr>
            <p:ph idx="14" type="body"/>
          </p:nvPr>
        </p:nvSpPr>
        <p:spPr>
          <a:xfrm>
            <a:off x="1326025"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56" name="Google Shape;356;p17"/>
          <p:cNvSpPr txBox="1"/>
          <p:nvPr>
            <p:ph idx="15" type="body"/>
          </p:nvPr>
        </p:nvSpPr>
        <p:spPr>
          <a:xfrm>
            <a:off x="380886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57" name="Google Shape;357;p17"/>
          <p:cNvSpPr txBox="1"/>
          <p:nvPr>
            <p:ph idx="16" type="body"/>
          </p:nvPr>
        </p:nvSpPr>
        <p:spPr>
          <a:xfrm>
            <a:off x="629171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58" name="Google Shape;358;p17"/>
          <p:cNvSpPr txBox="1"/>
          <p:nvPr>
            <p:ph idx="17" type="body"/>
          </p:nvPr>
        </p:nvSpPr>
        <p:spPr>
          <a:xfrm>
            <a:off x="1326025"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3"/>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59" name="Google Shape;359;p17"/>
          <p:cNvSpPr txBox="1"/>
          <p:nvPr>
            <p:ph idx="18" type="body"/>
          </p:nvPr>
        </p:nvSpPr>
        <p:spPr>
          <a:xfrm>
            <a:off x="3808867"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3"/>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60" name="Google Shape;360;p17"/>
          <p:cNvSpPr txBox="1"/>
          <p:nvPr>
            <p:ph idx="19" type="body"/>
          </p:nvPr>
        </p:nvSpPr>
        <p:spPr>
          <a:xfrm>
            <a:off x="6291721"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3"/>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61" name="Google Shape;361;p17"/>
          <p:cNvSpPr txBox="1"/>
          <p:nvPr>
            <p:ph idx="20"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two bodies">
  <p:cSld name="BLANK_1_1_1_1_1_1_1_1_1_1_3_2">
    <p:bg>
      <p:bgPr>
        <a:solidFill>
          <a:schemeClr val="lt1"/>
        </a:solidFill>
      </p:bgPr>
    </p:bg>
    <p:spTree>
      <p:nvGrpSpPr>
        <p:cNvPr id="362" name="Shape 362"/>
        <p:cNvGrpSpPr/>
        <p:nvPr/>
      </p:nvGrpSpPr>
      <p:grpSpPr>
        <a:xfrm>
          <a:off x="0" y="0"/>
          <a:ext cx="0" cy="0"/>
          <a:chOff x="0" y="0"/>
          <a:chExt cx="0" cy="0"/>
        </a:xfrm>
      </p:grpSpPr>
      <p:sp>
        <p:nvSpPr>
          <p:cNvPr id="363" name="Google Shape;363;p18"/>
          <p:cNvSpPr/>
          <p:nvPr/>
        </p:nvSpPr>
        <p:spPr>
          <a:xfrm flipH="1" rot="-5400000">
            <a:off x="1263236" y="2706539"/>
            <a:ext cx="1173845" cy="3700317"/>
          </a:xfrm>
          <a:custGeom>
            <a:rect b="b" l="l" r="r" t="t"/>
            <a:pathLst>
              <a:path extrusionOk="0" fill="none" h="93762" w="39886">
                <a:moveTo>
                  <a:pt x="39886" y="0"/>
                </a:moveTo>
                <a:lnTo>
                  <a:pt x="7330" y="0"/>
                </a:lnTo>
                <a:lnTo>
                  <a:pt x="7330" y="0"/>
                </a:lnTo>
                <a:lnTo>
                  <a:pt x="6362" y="3051"/>
                </a:lnTo>
                <a:lnTo>
                  <a:pt x="5470" y="6176"/>
                </a:lnTo>
                <a:lnTo>
                  <a:pt x="4614" y="9413"/>
                </a:lnTo>
                <a:lnTo>
                  <a:pt x="3832" y="12725"/>
                </a:lnTo>
                <a:lnTo>
                  <a:pt x="3088" y="16148"/>
                </a:lnTo>
                <a:lnTo>
                  <a:pt x="2456" y="19608"/>
                </a:lnTo>
                <a:lnTo>
                  <a:pt x="1860" y="23143"/>
                </a:lnTo>
                <a:lnTo>
                  <a:pt x="1340" y="26715"/>
                </a:lnTo>
                <a:lnTo>
                  <a:pt x="1340" y="26715"/>
                </a:lnTo>
                <a:lnTo>
                  <a:pt x="930" y="29989"/>
                </a:lnTo>
                <a:lnTo>
                  <a:pt x="633" y="33263"/>
                </a:lnTo>
                <a:lnTo>
                  <a:pt x="372" y="36463"/>
                </a:lnTo>
                <a:lnTo>
                  <a:pt x="186" y="39625"/>
                </a:lnTo>
                <a:lnTo>
                  <a:pt x="37" y="42714"/>
                </a:lnTo>
                <a:lnTo>
                  <a:pt x="0" y="45802"/>
                </a:lnTo>
                <a:lnTo>
                  <a:pt x="0" y="48778"/>
                </a:lnTo>
                <a:lnTo>
                  <a:pt x="112" y="51755"/>
                </a:lnTo>
                <a:lnTo>
                  <a:pt x="223" y="54620"/>
                </a:lnTo>
                <a:lnTo>
                  <a:pt x="447" y="57448"/>
                </a:lnTo>
                <a:lnTo>
                  <a:pt x="707" y="60201"/>
                </a:lnTo>
                <a:lnTo>
                  <a:pt x="1042" y="62843"/>
                </a:lnTo>
                <a:lnTo>
                  <a:pt x="1414" y="65447"/>
                </a:lnTo>
                <a:lnTo>
                  <a:pt x="1860" y="67940"/>
                </a:lnTo>
                <a:lnTo>
                  <a:pt x="2381" y="70358"/>
                </a:lnTo>
                <a:lnTo>
                  <a:pt x="2939" y="72665"/>
                </a:lnTo>
                <a:lnTo>
                  <a:pt x="3535" y="74898"/>
                </a:lnTo>
                <a:lnTo>
                  <a:pt x="4204" y="77018"/>
                </a:lnTo>
                <a:lnTo>
                  <a:pt x="4949" y="79028"/>
                </a:lnTo>
                <a:lnTo>
                  <a:pt x="5321" y="79995"/>
                </a:lnTo>
                <a:lnTo>
                  <a:pt x="5693" y="80925"/>
                </a:lnTo>
                <a:lnTo>
                  <a:pt x="6102" y="81855"/>
                </a:lnTo>
                <a:lnTo>
                  <a:pt x="6549" y="82748"/>
                </a:lnTo>
                <a:lnTo>
                  <a:pt x="6958" y="83567"/>
                </a:lnTo>
                <a:lnTo>
                  <a:pt x="7404" y="84385"/>
                </a:lnTo>
                <a:lnTo>
                  <a:pt x="7851" y="85204"/>
                </a:lnTo>
                <a:lnTo>
                  <a:pt x="8334" y="85948"/>
                </a:lnTo>
                <a:lnTo>
                  <a:pt x="8818" y="86692"/>
                </a:lnTo>
                <a:lnTo>
                  <a:pt x="9302" y="87362"/>
                </a:lnTo>
                <a:lnTo>
                  <a:pt x="9786" y="88032"/>
                </a:lnTo>
                <a:lnTo>
                  <a:pt x="10306" y="88664"/>
                </a:lnTo>
                <a:lnTo>
                  <a:pt x="10827" y="89259"/>
                </a:lnTo>
                <a:lnTo>
                  <a:pt x="11385" y="89818"/>
                </a:lnTo>
                <a:lnTo>
                  <a:pt x="11906" y="90338"/>
                </a:lnTo>
                <a:lnTo>
                  <a:pt x="12464" y="90822"/>
                </a:lnTo>
                <a:lnTo>
                  <a:pt x="13060" y="91306"/>
                </a:lnTo>
                <a:lnTo>
                  <a:pt x="13618" y="91715"/>
                </a:lnTo>
                <a:lnTo>
                  <a:pt x="14213" y="92087"/>
                </a:lnTo>
                <a:lnTo>
                  <a:pt x="14808" y="92422"/>
                </a:lnTo>
                <a:lnTo>
                  <a:pt x="15404" y="92757"/>
                </a:lnTo>
                <a:lnTo>
                  <a:pt x="16036" y="93017"/>
                </a:lnTo>
                <a:lnTo>
                  <a:pt x="16669" y="93241"/>
                </a:lnTo>
                <a:lnTo>
                  <a:pt x="17301" y="93427"/>
                </a:lnTo>
                <a:lnTo>
                  <a:pt x="17971" y="93575"/>
                </a:lnTo>
                <a:lnTo>
                  <a:pt x="18604" y="93687"/>
                </a:lnTo>
                <a:lnTo>
                  <a:pt x="18604" y="93687"/>
                </a:lnTo>
                <a:lnTo>
                  <a:pt x="19311" y="93762"/>
                </a:lnTo>
                <a:lnTo>
                  <a:pt x="20017" y="93762"/>
                </a:lnTo>
                <a:lnTo>
                  <a:pt x="20017" y="93762"/>
                </a:lnTo>
                <a:lnTo>
                  <a:pt x="20650" y="93762"/>
                </a:lnTo>
                <a:lnTo>
                  <a:pt x="21320" y="93687"/>
                </a:lnTo>
                <a:lnTo>
                  <a:pt x="21952" y="93613"/>
                </a:lnTo>
                <a:lnTo>
                  <a:pt x="22622" y="93464"/>
                </a:lnTo>
                <a:lnTo>
                  <a:pt x="23254" y="93315"/>
                </a:lnTo>
                <a:lnTo>
                  <a:pt x="23924" y="93092"/>
                </a:lnTo>
                <a:lnTo>
                  <a:pt x="24557" y="92831"/>
                </a:lnTo>
                <a:lnTo>
                  <a:pt x="25189" y="92571"/>
                </a:lnTo>
                <a:lnTo>
                  <a:pt x="25859" y="92236"/>
                </a:lnTo>
                <a:lnTo>
                  <a:pt x="26491" y="91901"/>
                </a:lnTo>
                <a:lnTo>
                  <a:pt x="27124" y="91529"/>
                </a:lnTo>
                <a:lnTo>
                  <a:pt x="27794" y="91083"/>
                </a:lnTo>
                <a:lnTo>
                  <a:pt x="28426" y="90636"/>
                </a:lnTo>
                <a:lnTo>
                  <a:pt x="29059" y="90152"/>
                </a:lnTo>
                <a:lnTo>
                  <a:pt x="29691" y="89632"/>
                </a:lnTo>
                <a:lnTo>
                  <a:pt x="30324" y="89073"/>
                </a:lnTo>
                <a:lnTo>
                  <a:pt x="30956" y="88515"/>
                </a:lnTo>
                <a:lnTo>
                  <a:pt x="31589" y="87883"/>
                </a:lnTo>
                <a:lnTo>
                  <a:pt x="32221" y="87250"/>
                </a:lnTo>
                <a:lnTo>
                  <a:pt x="32817" y="86581"/>
                </a:lnTo>
                <a:lnTo>
                  <a:pt x="33449" y="85874"/>
                </a:lnTo>
                <a:lnTo>
                  <a:pt x="34045" y="85129"/>
                </a:lnTo>
                <a:lnTo>
                  <a:pt x="35272" y="83567"/>
                </a:lnTo>
                <a:lnTo>
                  <a:pt x="36463" y="81892"/>
                </a:lnTo>
                <a:lnTo>
                  <a:pt x="37616" y="80107"/>
                </a:lnTo>
                <a:lnTo>
                  <a:pt x="38770" y="78209"/>
                </a:lnTo>
                <a:lnTo>
                  <a:pt x="39886" y="76200"/>
                </a:lnTo>
                <a:lnTo>
                  <a:pt x="39886" y="0"/>
                </a:lnTo>
                <a:lnTo>
                  <a:pt x="39886" y="0"/>
                </a:lnTo>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364" name="Google Shape;364;p18"/>
          <p:cNvSpPr/>
          <p:nvPr/>
        </p:nvSpPr>
        <p:spPr>
          <a:xfrm flipH="1">
            <a:off x="228605" y="3621311"/>
            <a:ext cx="3534079" cy="1522191"/>
          </a:xfrm>
          <a:custGeom>
            <a:rect b="b" l="l" r="r" t="t"/>
            <a:pathLst>
              <a:path extrusionOk="0" h="47273" w="109754">
                <a:moveTo>
                  <a:pt x="93188" y="0"/>
                </a:moveTo>
                <a:lnTo>
                  <a:pt x="91918" y="29"/>
                </a:lnTo>
                <a:lnTo>
                  <a:pt x="90619" y="87"/>
                </a:lnTo>
                <a:lnTo>
                  <a:pt x="89292" y="144"/>
                </a:lnTo>
                <a:lnTo>
                  <a:pt x="87906" y="260"/>
                </a:lnTo>
                <a:lnTo>
                  <a:pt x="86521" y="404"/>
                </a:lnTo>
                <a:lnTo>
                  <a:pt x="85107" y="606"/>
                </a:lnTo>
                <a:lnTo>
                  <a:pt x="83664" y="808"/>
                </a:lnTo>
                <a:lnTo>
                  <a:pt x="82163" y="1039"/>
                </a:lnTo>
                <a:lnTo>
                  <a:pt x="80663" y="1328"/>
                </a:lnTo>
                <a:lnTo>
                  <a:pt x="79162" y="1616"/>
                </a:lnTo>
                <a:lnTo>
                  <a:pt x="77604" y="1963"/>
                </a:lnTo>
                <a:lnTo>
                  <a:pt x="76045" y="2309"/>
                </a:lnTo>
                <a:lnTo>
                  <a:pt x="74458" y="2713"/>
                </a:lnTo>
                <a:lnTo>
                  <a:pt x="72842" y="3146"/>
                </a:lnTo>
                <a:lnTo>
                  <a:pt x="71226" y="3579"/>
                </a:lnTo>
                <a:lnTo>
                  <a:pt x="69581" y="4069"/>
                </a:lnTo>
                <a:lnTo>
                  <a:pt x="67907" y="4560"/>
                </a:lnTo>
                <a:lnTo>
                  <a:pt x="66233" y="5108"/>
                </a:lnTo>
                <a:lnTo>
                  <a:pt x="64559" y="5657"/>
                </a:lnTo>
                <a:lnTo>
                  <a:pt x="62856" y="6263"/>
                </a:lnTo>
                <a:lnTo>
                  <a:pt x="61154" y="6869"/>
                </a:lnTo>
                <a:lnTo>
                  <a:pt x="59422" y="7504"/>
                </a:lnTo>
                <a:lnTo>
                  <a:pt x="57690" y="8167"/>
                </a:lnTo>
                <a:lnTo>
                  <a:pt x="55959" y="8860"/>
                </a:lnTo>
                <a:lnTo>
                  <a:pt x="54227" y="9582"/>
                </a:lnTo>
                <a:lnTo>
                  <a:pt x="52467" y="10332"/>
                </a:lnTo>
                <a:lnTo>
                  <a:pt x="50735" y="11082"/>
                </a:lnTo>
                <a:lnTo>
                  <a:pt x="48975" y="11890"/>
                </a:lnTo>
                <a:lnTo>
                  <a:pt x="47214" y="12698"/>
                </a:lnTo>
                <a:lnTo>
                  <a:pt x="45454" y="13535"/>
                </a:lnTo>
                <a:lnTo>
                  <a:pt x="43694" y="14401"/>
                </a:lnTo>
                <a:lnTo>
                  <a:pt x="41933" y="15296"/>
                </a:lnTo>
                <a:lnTo>
                  <a:pt x="40230" y="16190"/>
                </a:lnTo>
                <a:lnTo>
                  <a:pt x="38528" y="17085"/>
                </a:lnTo>
                <a:lnTo>
                  <a:pt x="36825" y="18009"/>
                </a:lnTo>
                <a:lnTo>
                  <a:pt x="35122" y="18961"/>
                </a:lnTo>
                <a:lnTo>
                  <a:pt x="33477" y="19913"/>
                </a:lnTo>
                <a:lnTo>
                  <a:pt x="31832" y="20895"/>
                </a:lnTo>
                <a:lnTo>
                  <a:pt x="30187" y="21876"/>
                </a:lnTo>
                <a:lnTo>
                  <a:pt x="28600" y="22857"/>
                </a:lnTo>
                <a:lnTo>
                  <a:pt x="27013" y="23867"/>
                </a:lnTo>
                <a:lnTo>
                  <a:pt x="25454" y="24877"/>
                </a:lnTo>
                <a:lnTo>
                  <a:pt x="23925" y="25887"/>
                </a:lnTo>
                <a:lnTo>
                  <a:pt x="22395" y="26926"/>
                </a:lnTo>
                <a:lnTo>
                  <a:pt x="20923" y="27965"/>
                </a:lnTo>
                <a:lnTo>
                  <a:pt x="19480" y="29004"/>
                </a:lnTo>
                <a:lnTo>
                  <a:pt x="18037" y="30072"/>
                </a:lnTo>
                <a:lnTo>
                  <a:pt x="16652" y="31111"/>
                </a:lnTo>
                <a:lnTo>
                  <a:pt x="15354" y="32150"/>
                </a:lnTo>
                <a:lnTo>
                  <a:pt x="14084" y="33160"/>
                </a:lnTo>
                <a:lnTo>
                  <a:pt x="12843" y="34199"/>
                </a:lnTo>
                <a:lnTo>
                  <a:pt x="11631" y="35209"/>
                </a:lnTo>
                <a:lnTo>
                  <a:pt x="10447" y="36248"/>
                </a:lnTo>
                <a:lnTo>
                  <a:pt x="9293" y="37258"/>
                </a:lnTo>
                <a:lnTo>
                  <a:pt x="8196" y="38297"/>
                </a:lnTo>
                <a:lnTo>
                  <a:pt x="7129" y="39307"/>
                </a:lnTo>
                <a:lnTo>
                  <a:pt x="6090" y="40317"/>
                </a:lnTo>
                <a:lnTo>
                  <a:pt x="5108" y="41327"/>
                </a:lnTo>
                <a:lnTo>
                  <a:pt x="4156" y="42337"/>
                </a:lnTo>
                <a:lnTo>
                  <a:pt x="3233" y="43347"/>
                </a:lnTo>
                <a:lnTo>
                  <a:pt x="2367" y="44357"/>
                </a:lnTo>
                <a:lnTo>
                  <a:pt x="1530" y="45339"/>
                </a:lnTo>
                <a:lnTo>
                  <a:pt x="751" y="46320"/>
                </a:lnTo>
                <a:lnTo>
                  <a:pt x="0" y="47272"/>
                </a:lnTo>
                <a:lnTo>
                  <a:pt x="76016" y="47272"/>
                </a:lnTo>
                <a:lnTo>
                  <a:pt x="78152" y="45916"/>
                </a:lnTo>
                <a:lnTo>
                  <a:pt x="80230" y="44531"/>
                </a:lnTo>
                <a:lnTo>
                  <a:pt x="82250" y="43145"/>
                </a:lnTo>
                <a:lnTo>
                  <a:pt x="84241" y="41731"/>
                </a:lnTo>
                <a:lnTo>
                  <a:pt x="86146" y="40317"/>
                </a:lnTo>
                <a:lnTo>
                  <a:pt x="88022" y="38903"/>
                </a:lnTo>
                <a:lnTo>
                  <a:pt x="89840" y="37460"/>
                </a:lnTo>
                <a:lnTo>
                  <a:pt x="91572" y="36046"/>
                </a:lnTo>
                <a:lnTo>
                  <a:pt x="93245" y="34603"/>
                </a:lnTo>
                <a:lnTo>
                  <a:pt x="94862" y="33160"/>
                </a:lnTo>
                <a:lnTo>
                  <a:pt x="96420" y="31717"/>
                </a:lnTo>
                <a:lnTo>
                  <a:pt x="97892" y="30303"/>
                </a:lnTo>
                <a:lnTo>
                  <a:pt x="99277" y="28860"/>
                </a:lnTo>
                <a:lnTo>
                  <a:pt x="100605" y="27446"/>
                </a:lnTo>
                <a:lnTo>
                  <a:pt x="101846" y="26060"/>
                </a:lnTo>
                <a:lnTo>
                  <a:pt x="103000" y="24646"/>
                </a:lnTo>
                <a:lnTo>
                  <a:pt x="104068" y="23290"/>
                </a:lnTo>
                <a:lnTo>
                  <a:pt x="105049" y="21934"/>
                </a:lnTo>
                <a:lnTo>
                  <a:pt x="105944" y="20606"/>
                </a:lnTo>
                <a:lnTo>
                  <a:pt x="106752" y="19307"/>
                </a:lnTo>
                <a:lnTo>
                  <a:pt x="107444" y="18037"/>
                </a:lnTo>
                <a:lnTo>
                  <a:pt x="107791" y="17431"/>
                </a:lnTo>
                <a:lnTo>
                  <a:pt x="108079" y="16796"/>
                </a:lnTo>
                <a:lnTo>
                  <a:pt x="108339" y="16190"/>
                </a:lnTo>
                <a:lnTo>
                  <a:pt x="108599" y="15584"/>
                </a:lnTo>
                <a:lnTo>
                  <a:pt x="108830" y="15007"/>
                </a:lnTo>
                <a:lnTo>
                  <a:pt x="109032" y="14401"/>
                </a:lnTo>
                <a:lnTo>
                  <a:pt x="109205" y="13824"/>
                </a:lnTo>
                <a:lnTo>
                  <a:pt x="109349" y="13218"/>
                </a:lnTo>
                <a:lnTo>
                  <a:pt x="109493" y="12670"/>
                </a:lnTo>
                <a:lnTo>
                  <a:pt x="109609" y="12092"/>
                </a:lnTo>
                <a:lnTo>
                  <a:pt x="109667" y="11544"/>
                </a:lnTo>
                <a:lnTo>
                  <a:pt x="109724" y="10996"/>
                </a:lnTo>
                <a:lnTo>
                  <a:pt x="109753" y="10447"/>
                </a:lnTo>
                <a:lnTo>
                  <a:pt x="109753" y="9928"/>
                </a:lnTo>
                <a:lnTo>
                  <a:pt x="109753" y="9437"/>
                </a:lnTo>
                <a:lnTo>
                  <a:pt x="109695" y="8918"/>
                </a:lnTo>
                <a:lnTo>
                  <a:pt x="109609" y="8427"/>
                </a:lnTo>
                <a:lnTo>
                  <a:pt x="109522" y="7965"/>
                </a:lnTo>
                <a:lnTo>
                  <a:pt x="109378" y="7504"/>
                </a:lnTo>
                <a:lnTo>
                  <a:pt x="109234" y="7042"/>
                </a:lnTo>
                <a:lnTo>
                  <a:pt x="109060" y="6609"/>
                </a:lnTo>
                <a:lnTo>
                  <a:pt x="108858" y="6176"/>
                </a:lnTo>
                <a:lnTo>
                  <a:pt x="108656" y="5801"/>
                </a:lnTo>
                <a:lnTo>
                  <a:pt x="108426" y="5426"/>
                </a:lnTo>
                <a:lnTo>
                  <a:pt x="108195" y="5079"/>
                </a:lnTo>
                <a:lnTo>
                  <a:pt x="107935" y="4733"/>
                </a:lnTo>
                <a:lnTo>
                  <a:pt x="107646" y="4416"/>
                </a:lnTo>
                <a:lnTo>
                  <a:pt x="107358" y="4098"/>
                </a:lnTo>
                <a:lnTo>
                  <a:pt x="107011" y="3810"/>
                </a:lnTo>
                <a:lnTo>
                  <a:pt x="106694" y="3492"/>
                </a:lnTo>
                <a:lnTo>
                  <a:pt x="106319" y="3232"/>
                </a:lnTo>
                <a:lnTo>
                  <a:pt x="105944" y="2944"/>
                </a:lnTo>
                <a:lnTo>
                  <a:pt x="105568" y="2684"/>
                </a:lnTo>
                <a:lnTo>
                  <a:pt x="105164" y="2453"/>
                </a:lnTo>
                <a:lnTo>
                  <a:pt x="104732" y="2222"/>
                </a:lnTo>
                <a:lnTo>
                  <a:pt x="104270" y="1991"/>
                </a:lnTo>
                <a:lnTo>
                  <a:pt x="103808" y="1789"/>
                </a:lnTo>
                <a:lnTo>
                  <a:pt x="103317" y="1587"/>
                </a:lnTo>
                <a:lnTo>
                  <a:pt x="102307" y="1212"/>
                </a:lnTo>
                <a:lnTo>
                  <a:pt x="101211" y="895"/>
                </a:lnTo>
                <a:lnTo>
                  <a:pt x="100027" y="635"/>
                </a:lnTo>
                <a:lnTo>
                  <a:pt x="98815" y="404"/>
                </a:lnTo>
                <a:lnTo>
                  <a:pt x="97517" y="231"/>
                </a:lnTo>
                <a:lnTo>
                  <a:pt x="96131" y="116"/>
                </a:lnTo>
                <a:lnTo>
                  <a:pt x="94688" y="29"/>
                </a:lnTo>
                <a:lnTo>
                  <a:pt x="93188" y="0"/>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365" name="Google Shape;365;p18"/>
          <p:cNvSpPr/>
          <p:nvPr/>
        </p:nvSpPr>
        <p:spPr>
          <a:xfrm flipH="1">
            <a:off x="234700" y="1635550"/>
            <a:ext cx="3321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366" name="Google Shape;366;p18"/>
          <p:cNvGrpSpPr/>
          <p:nvPr/>
        </p:nvGrpSpPr>
        <p:grpSpPr>
          <a:xfrm flipH="1">
            <a:off x="7293000" y="0"/>
            <a:ext cx="1851000" cy="1225325"/>
            <a:chOff x="461225" y="3875100"/>
            <a:chExt cx="1851000" cy="1225325"/>
          </a:xfrm>
        </p:grpSpPr>
        <p:grpSp>
          <p:nvGrpSpPr>
            <p:cNvPr id="367" name="Google Shape;367;p18"/>
            <p:cNvGrpSpPr/>
            <p:nvPr/>
          </p:nvGrpSpPr>
          <p:grpSpPr>
            <a:xfrm>
              <a:off x="461225" y="3875100"/>
              <a:ext cx="1851000" cy="114600"/>
              <a:chOff x="461225" y="3504775"/>
              <a:chExt cx="1851000" cy="114600"/>
            </a:xfrm>
          </p:grpSpPr>
          <p:sp>
            <p:nvSpPr>
              <p:cNvPr id="368" name="Google Shape;368;p18"/>
              <p:cNvSpPr/>
              <p:nvPr/>
            </p:nvSpPr>
            <p:spPr>
              <a:xfrm>
                <a:off x="4612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69" name="Google Shape;369;p18"/>
              <p:cNvSpPr/>
              <p:nvPr/>
            </p:nvSpPr>
            <p:spPr>
              <a:xfrm>
                <a:off x="8314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0" name="Google Shape;370;p18"/>
              <p:cNvSpPr/>
              <p:nvPr/>
            </p:nvSpPr>
            <p:spPr>
              <a:xfrm>
                <a:off x="12016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1" name="Google Shape;371;p18"/>
              <p:cNvSpPr/>
              <p:nvPr/>
            </p:nvSpPr>
            <p:spPr>
              <a:xfrm>
                <a:off x="15718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2" name="Google Shape;372;p18"/>
              <p:cNvSpPr/>
              <p:nvPr/>
            </p:nvSpPr>
            <p:spPr>
              <a:xfrm>
                <a:off x="19420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373" name="Google Shape;373;p18"/>
            <p:cNvGrpSpPr/>
            <p:nvPr/>
          </p:nvGrpSpPr>
          <p:grpSpPr>
            <a:xfrm>
              <a:off x="461225" y="3989700"/>
              <a:ext cx="1480800" cy="1110725"/>
              <a:chOff x="461225" y="3249175"/>
              <a:chExt cx="1480800" cy="1110725"/>
            </a:xfrm>
          </p:grpSpPr>
          <p:sp>
            <p:nvSpPr>
              <p:cNvPr id="374" name="Google Shape;374;p18"/>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5" name="Google Shape;375;p1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6" name="Google Shape;376;p18"/>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7" name="Google Shape;377;p18"/>
              <p:cNvSpPr/>
              <p:nvPr/>
            </p:nvSpPr>
            <p:spPr>
              <a:xfrm>
                <a:off x="1201625" y="39897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378" name="Google Shape;378;p18"/>
            <p:cNvGrpSpPr/>
            <p:nvPr/>
          </p:nvGrpSpPr>
          <p:grpSpPr>
            <a:xfrm>
              <a:off x="831425" y="4360025"/>
              <a:ext cx="1480800" cy="370200"/>
              <a:chOff x="831425" y="3249175"/>
              <a:chExt cx="1480800" cy="370200"/>
            </a:xfrm>
          </p:grpSpPr>
          <p:sp>
            <p:nvSpPr>
              <p:cNvPr id="379" name="Google Shape;379;p18"/>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80" name="Google Shape;380;p1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81" name="Google Shape;381;p18"/>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82" name="Google Shape;382;p18"/>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383" name="Google Shape;383;p18"/>
          <p:cNvSpPr txBox="1"/>
          <p:nvPr>
            <p:ph type="title"/>
          </p:nvPr>
        </p:nvSpPr>
        <p:spPr>
          <a:xfrm>
            <a:off x="3822450" y="1287875"/>
            <a:ext cx="4295400" cy="277200"/>
          </a:xfrm>
          <a:prstGeom prst="rect">
            <a:avLst/>
          </a:prstGeom>
        </p:spPr>
        <p:txBody>
          <a:bodyPr anchorCtr="0" anchor="t" bIns="91425" lIns="0" spcFirstLastPara="1" rIns="0" wrap="square" tIns="91425">
            <a:noAutofit/>
          </a:bodyPr>
          <a:lstStyle>
            <a:lvl1pPr lvl="0">
              <a:spcBef>
                <a:spcPts val="0"/>
              </a:spcBef>
              <a:spcAft>
                <a:spcPts val="0"/>
              </a:spcAft>
              <a:buClr>
                <a:schemeClr val="dk2"/>
              </a:buClr>
              <a:buSzPts val="1200"/>
              <a:buFont typeface="Sora Medium"/>
              <a:buNone/>
              <a:defRPr sz="1200">
                <a:solidFill>
                  <a:schemeClr val="dk2"/>
                </a:solidFill>
                <a:latin typeface="Sora Medium"/>
                <a:ea typeface="Sora Medium"/>
                <a:cs typeface="Sora Medium"/>
                <a:sym typeface="Sora Medium"/>
              </a:defRPr>
            </a:lvl1pPr>
            <a:lvl2pPr lvl="1">
              <a:spcBef>
                <a:spcPts val="0"/>
              </a:spcBef>
              <a:spcAft>
                <a:spcPts val="0"/>
              </a:spcAft>
              <a:buClr>
                <a:schemeClr val="dk2"/>
              </a:buClr>
              <a:buSzPts val="1200"/>
              <a:buFont typeface="Sora"/>
              <a:buNone/>
              <a:defRPr sz="1200">
                <a:solidFill>
                  <a:schemeClr val="dk2"/>
                </a:solidFill>
                <a:latin typeface="Sora"/>
                <a:ea typeface="Sora"/>
                <a:cs typeface="Sora"/>
                <a:sym typeface="Sora"/>
              </a:defRPr>
            </a:lvl2pPr>
            <a:lvl3pPr lvl="2">
              <a:spcBef>
                <a:spcPts val="0"/>
              </a:spcBef>
              <a:spcAft>
                <a:spcPts val="0"/>
              </a:spcAft>
              <a:buClr>
                <a:schemeClr val="dk2"/>
              </a:buClr>
              <a:buSzPts val="1200"/>
              <a:buFont typeface="Sora"/>
              <a:buNone/>
              <a:defRPr sz="1200">
                <a:solidFill>
                  <a:schemeClr val="dk2"/>
                </a:solidFill>
                <a:latin typeface="Sora"/>
                <a:ea typeface="Sora"/>
                <a:cs typeface="Sora"/>
                <a:sym typeface="Sora"/>
              </a:defRPr>
            </a:lvl3pPr>
            <a:lvl4pPr lvl="3">
              <a:spcBef>
                <a:spcPts val="0"/>
              </a:spcBef>
              <a:spcAft>
                <a:spcPts val="0"/>
              </a:spcAft>
              <a:buClr>
                <a:schemeClr val="dk2"/>
              </a:buClr>
              <a:buSzPts val="1200"/>
              <a:buFont typeface="Sora"/>
              <a:buNone/>
              <a:defRPr sz="1200">
                <a:solidFill>
                  <a:schemeClr val="dk2"/>
                </a:solidFill>
                <a:latin typeface="Sora"/>
                <a:ea typeface="Sora"/>
                <a:cs typeface="Sora"/>
                <a:sym typeface="Sora"/>
              </a:defRPr>
            </a:lvl4pPr>
            <a:lvl5pPr lvl="4">
              <a:spcBef>
                <a:spcPts val="0"/>
              </a:spcBef>
              <a:spcAft>
                <a:spcPts val="0"/>
              </a:spcAft>
              <a:buClr>
                <a:schemeClr val="dk2"/>
              </a:buClr>
              <a:buSzPts val="1200"/>
              <a:buFont typeface="Sora"/>
              <a:buNone/>
              <a:defRPr sz="1200">
                <a:solidFill>
                  <a:schemeClr val="dk2"/>
                </a:solidFill>
                <a:latin typeface="Sora"/>
                <a:ea typeface="Sora"/>
                <a:cs typeface="Sora"/>
                <a:sym typeface="Sora"/>
              </a:defRPr>
            </a:lvl5pPr>
            <a:lvl6pPr lvl="5">
              <a:spcBef>
                <a:spcPts val="0"/>
              </a:spcBef>
              <a:spcAft>
                <a:spcPts val="0"/>
              </a:spcAft>
              <a:buClr>
                <a:schemeClr val="dk2"/>
              </a:buClr>
              <a:buSzPts val="1200"/>
              <a:buFont typeface="Sora"/>
              <a:buNone/>
              <a:defRPr sz="1200">
                <a:solidFill>
                  <a:schemeClr val="dk2"/>
                </a:solidFill>
                <a:latin typeface="Sora"/>
                <a:ea typeface="Sora"/>
                <a:cs typeface="Sora"/>
                <a:sym typeface="Sora"/>
              </a:defRPr>
            </a:lvl6pPr>
            <a:lvl7pPr lvl="6">
              <a:spcBef>
                <a:spcPts val="0"/>
              </a:spcBef>
              <a:spcAft>
                <a:spcPts val="0"/>
              </a:spcAft>
              <a:buClr>
                <a:schemeClr val="dk2"/>
              </a:buClr>
              <a:buSzPts val="1200"/>
              <a:buFont typeface="Sora"/>
              <a:buNone/>
              <a:defRPr sz="1200">
                <a:solidFill>
                  <a:schemeClr val="dk2"/>
                </a:solidFill>
                <a:latin typeface="Sora"/>
                <a:ea typeface="Sora"/>
                <a:cs typeface="Sora"/>
                <a:sym typeface="Sora"/>
              </a:defRPr>
            </a:lvl7pPr>
            <a:lvl8pPr lvl="7">
              <a:spcBef>
                <a:spcPts val="0"/>
              </a:spcBef>
              <a:spcAft>
                <a:spcPts val="0"/>
              </a:spcAft>
              <a:buClr>
                <a:schemeClr val="dk2"/>
              </a:buClr>
              <a:buSzPts val="1200"/>
              <a:buFont typeface="Sora"/>
              <a:buNone/>
              <a:defRPr sz="1200">
                <a:solidFill>
                  <a:schemeClr val="dk2"/>
                </a:solidFill>
                <a:latin typeface="Sora"/>
                <a:ea typeface="Sora"/>
                <a:cs typeface="Sora"/>
                <a:sym typeface="Sora"/>
              </a:defRPr>
            </a:lvl8pPr>
            <a:lvl9pPr lvl="8">
              <a:spcBef>
                <a:spcPts val="0"/>
              </a:spcBef>
              <a:spcAft>
                <a:spcPts val="0"/>
              </a:spcAft>
              <a:buClr>
                <a:schemeClr val="dk2"/>
              </a:buClr>
              <a:buSzPts val="1200"/>
              <a:buFont typeface="Sora"/>
              <a:buNone/>
              <a:defRPr sz="1200">
                <a:solidFill>
                  <a:schemeClr val="dk2"/>
                </a:solidFill>
                <a:latin typeface="Sora"/>
                <a:ea typeface="Sora"/>
                <a:cs typeface="Sora"/>
                <a:sym typeface="Sora"/>
              </a:defRPr>
            </a:lvl9pPr>
          </a:lstStyle>
          <a:p/>
        </p:txBody>
      </p:sp>
      <p:sp>
        <p:nvSpPr>
          <p:cNvPr id="384" name="Google Shape;384;p18"/>
          <p:cNvSpPr txBox="1"/>
          <p:nvPr>
            <p:ph idx="2" type="title"/>
          </p:nvPr>
        </p:nvSpPr>
        <p:spPr>
          <a:xfrm>
            <a:off x="85725" y="1287875"/>
            <a:ext cx="3347400" cy="277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Sora Medium"/>
              <a:buNone/>
              <a:defRPr sz="1200">
                <a:solidFill>
                  <a:schemeClr val="dk2"/>
                </a:solidFill>
                <a:latin typeface="Sora Medium"/>
                <a:ea typeface="Sora Medium"/>
                <a:cs typeface="Sora Medium"/>
                <a:sym typeface="Sora Medium"/>
              </a:defRPr>
            </a:lvl1pPr>
            <a:lvl2pPr lvl="1">
              <a:spcBef>
                <a:spcPts val="0"/>
              </a:spcBef>
              <a:spcAft>
                <a:spcPts val="0"/>
              </a:spcAft>
              <a:buClr>
                <a:schemeClr val="dk2"/>
              </a:buClr>
              <a:buSzPts val="1200"/>
              <a:buFont typeface="Sora"/>
              <a:buNone/>
              <a:defRPr sz="1200">
                <a:solidFill>
                  <a:schemeClr val="dk2"/>
                </a:solidFill>
                <a:latin typeface="Sora"/>
                <a:ea typeface="Sora"/>
                <a:cs typeface="Sora"/>
                <a:sym typeface="Sora"/>
              </a:defRPr>
            </a:lvl2pPr>
            <a:lvl3pPr lvl="2">
              <a:spcBef>
                <a:spcPts val="0"/>
              </a:spcBef>
              <a:spcAft>
                <a:spcPts val="0"/>
              </a:spcAft>
              <a:buClr>
                <a:schemeClr val="dk2"/>
              </a:buClr>
              <a:buSzPts val="1200"/>
              <a:buFont typeface="Sora"/>
              <a:buNone/>
              <a:defRPr sz="1200">
                <a:solidFill>
                  <a:schemeClr val="dk2"/>
                </a:solidFill>
                <a:latin typeface="Sora"/>
                <a:ea typeface="Sora"/>
                <a:cs typeface="Sora"/>
                <a:sym typeface="Sora"/>
              </a:defRPr>
            </a:lvl3pPr>
            <a:lvl4pPr lvl="3">
              <a:spcBef>
                <a:spcPts val="0"/>
              </a:spcBef>
              <a:spcAft>
                <a:spcPts val="0"/>
              </a:spcAft>
              <a:buClr>
                <a:schemeClr val="dk2"/>
              </a:buClr>
              <a:buSzPts val="1200"/>
              <a:buFont typeface="Sora"/>
              <a:buNone/>
              <a:defRPr sz="1200">
                <a:solidFill>
                  <a:schemeClr val="dk2"/>
                </a:solidFill>
                <a:latin typeface="Sora"/>
                <a:ea typeface="Sora"/>
                <a:cs typeface="Sora"/>
                <a:sym typeface="Sora"/>
              </a:defRPr>
            </a:lvl4pPr>
            <a:lvl5pPr lvl="4">
              <a:spcBef>
                <a:spcPts val="0"/>
              </a:spcBef>
              <a:spcAft>
                <a:spcPts val="0"/>
              </a:spcAft>
              <a:buClr>
                <a:schemeClr val="dk2"/>
              </a:buClr>
              <a:buSzPts val="1200"/>
              <a:buFont typeface="Sora"/>
              <a:buNone/>
              <a:defRPr sz="1200">
                <a:solidFill>
                  <a:schemeClr val="dk2"/>
                </a:solidFill>
                <a:latin typeface="Sora"/>
                <a:ea typeface="Sora"/>
                <a:cs typeface="Sora"/>
                <a:sym typeface="Sora"/>
              </a:defRPr>
            </a:lvl5pPr>
            <a:lvl6pPr lvl="5">
              <a:spcBef>
                <a:spcPts val="0"/>
              </a:spcBef>
              <a:spcAft>
                <a:spcPts val="0"/>
              </a:spcAft>
              <a:buClr>
                <a:schemeClr val="dk2"/>
              </a:buClr>
              <a:buSzPts val="1200"/>
              <a:buFont typeface="Sora"/>
              <a:buNone/>
              <a:defRPr sz="1200">
                <a:solidFill>
                  <a:schemeClr val="dk2"/>
                </a:solidFill>
                <a:latin typeface="Sora"/>
                <a:ea typeface="Sora"/>
                <a:cs typeface="Sora"/>
                <a:sym typeface="Sora"/>
              </a:defRPr>
            </a:lvl6pPr>
            <a:lvl7pPr lvl="6">
              <a:spcBef>
                <a:spcPts val="0"/>
              </a:spcBef>
              <a:spcAft>
                <a:spcPts val="0"/>
              </a:spcAft>
              <a:buClr>
                <a:schemeClr val="dk2"/>
              </a:buClr>
              <a:buSzPts val="1200"/>
              <a:buFont typeface="Sora"/>
              <a:buNone/>
              <a:defRPr sz="1200">
                <a:solidFill>
                  <a:schemeClr val="dk2"/>
                </a:solidFill>
                <a:latin typeface="Sora"/>
                <a:ea typeface="Sora"/>
                <a:cs typeface="Sora"/>
                <a:sym typeface="Sora"/>
              </a:defRPr>
            </a:lvl7pPr>
            <a:lvl8pPr lvl="7">
              <a:spcBef>
                <a:spcPts val="0"/>
              </a:spcBef>
              <a:spcAft>
                <a:spcPts val="0"/>
              </a:spcAft>
              <a:buClr>
                <a:schemeClr val="dk2"/>
              </a:buClr>
              <a:buSzPts val="1200"/>
              <a:buFont typeface="Sora"/>
              <a:buNone/>
              <a:defRPr sz="1200">
                <a:solidFill>
                  <a:schemeClr val="dk2"/>
                </a:solidFill>
                <a:latin typeface="Sora"/>
                <a:ea typeface="Sora"/>
                <a:cs typeface="Sora"/>
                <a:sym typeface="Sora"/>
              </a:defRPr>
            </a:lvl8pPr>
            <a:lvl9pPr lvl="8">
              <a:spcBef>
                <a:spcPts val="0"/>
              </a:spcBef>
              <a:spcAft>
                <a:spcPts val="0"/>
              </a:spcAft>
              <a:buClr>
                <a:schemeClr val="dk2"/>
              </a:buClr>
              <a:buSzPts val="1200"/>
              <a:buFont typeface="Sora"/>
              <a:buNone/>
              <a:defRPr sz="1200">
                <a:solidFill>
                  <a:schemeClr val="dk2"/>
                </a:solidFill>
                <a:latin typeface="Sora"/>
                <a:ea typeface="Sora"/>
                <a:cs typeface="Sora"/>
                <a:sym typeface="Sora"/>
              </a:defRPr>
            </a:lvl9pPr>
          </a:lstStyle>
          <a:p/>
        </p:txBody>
      </p:sp>
      <p:sp>
        <p:nvSpPr>
          <p:cNvPr id="385" name="Google Shape;385;p18"/>
          <p:cNvSpPr/>
          <p:nvPr>
            <p:ph idx="3" type="pic"/>
          </p:nvPr>
        </p:nvSpPr>
        <p:spPr>
          <a:xfrm>
            <a:off x="227225" y="1832375"/>
            <a:ext cx="821100" cy="785400"/>
          </a:xfrm>
          <a:prstGeom prst="rect">
            <a:avLst/>
          </a:prstGeom>
          <a:noFill/>
          <a:ln>
            <a:noFill/>
          </a:ln>
        </p:spPr>
      </p:sp>
      <p:sp>
        <p:nvSpPr>
          <p:cNvPr id="386" name="Google Shape;386;p18"/>
          <p:cNvSpPr/>
          <p:nvPr>
            <p:ph idx="4" type="pic"/>
          </p:nvPr>
        </p:nvSpPr>
        <p:spPr>
          <a:xfrm>
            <a:off x="227225" y="2672425"/>
            <a:ext cx="821100" cy="785400"/>
          </a:xfrm>
          <a:prstGeom prst="rect">
            <a:avLst/>
          </a:prstGeom>
          <a:noFill/>
          <a:ln>
            <a:noFill/>
          </a:ln>
        </p:spPr>
      </p:sp>
      <p:sp>
        <p:nvSpPr>
          <p:cNvPr id="387" name="Google Shape;387;p18"/>
          <p:cNvSpPr/>
          <p:nvPr>
            <p:ph idx="5" type="pic"/>
          </p:nvPr>
        </p:nvSpPr>
        <p:spPr>
          <a:xfrm>
            <a:off x="227225" y="3512475"/>
            <a:ext cx="821100" cy="785400"/>
          </a:xfrm>
          <a:prstGeom prst="rect">
            <a:avLst/>
          </a:prstGeom>
          <a:noFill/>
          <a:ln>
            <a:noFill/>
          </a:ln>
        </p:spPr>
      </p:sp>
      <p:sp>
        <p:nvSpPr>
          <p:cNvPr id="388" name="Google Shape;388;p18"/>
          <p:cNvSpPr txBox="1"/>
          <p:nvPr>
            <p:ph idx="6" type="title"/>
          </p:nvPr>
        </p:nvSpPr>
        <p:spPr>
          <a:xfrm>
            <a:off x="1048325" y="1832375"/>
            <a:ext cx="2069700" cy="785100"/>
          </a:xfrm>
          <a:prstGeom prst="rect">
            <a:avLst/>
          </a:prstGeom>
        </p:spPr>
        <p:txBody>
          <a:bodyPr anchorCtr="0" anchor="t" bIns="91425" lIns="182875" spcFirstLastPara="1" rIns="91425" wrap="square" tIns="91425">
            <a:noAutofit/>
          </a:bodyPr>
          <a:lstStyle>
            <a:lvl1pPr lvl="0">
              <a:spcBef>
                <a:spcPts val="0"/>
              </a:spcBef>
              <a:spcAft>
                <a:spcPts val="0"/>
              </a:spcAft>
              <a:buClr>
                <a:schemeClr val="dk1"/>
              </a:buClr>
              <a:buSzPts val="1000"/>
              <a:buFont typeface="Sora"/>
              <a:buNone/>
              <a:defRPr sz="1000">
                <a:solidFill>
                  <a:schemeClr val="dk1"/>
                </a:solidFill>
                <a:latin typeface="Sora"/>
                <a:ea typeface="Sora"/>
                <a:cs typeface="Sora"/>
                <a:sym typeface="Sora"/>
              </a:defRPr>
            </a:lvl1pPr>
            <a:lvl2pPr lvl="1">
              <a:spcBef>
                <a:spcPts val="0"/>
              </a:spcBef>
              <a:spcAft>
                <a:spcPts val="0"/>
              </a:spcAft>
              <a:buClr>
                <a:schemeClr val="dk1"/>
              </a:buClr>
              <a:buSzPts val="1000"/>
              <a:buFont typeface="Sora"/>
              <a:buNone/>
              <a:defRPr sz="1000">
                <a:solidFill>
                  <a:schemeClr val="dk1"/>
                </a:solidFill>
                <a:latin typeface="Sora"/>
                <a:ea typeface="Sora"/>
                <a:cs typeface="Sora"/>
                <a:sym typeface="Sora"/>
              </a:defRPr>
            </a:lvl2pPr>
            <a:lvl3pPr lvl="2">
              <a:spcBef>
                <a:spcPts val="0"/>
              </a:spcBef>
              <a:spcAft>
                <a:spcPts val="0"/>
              </a:spcAft>
              <a:buClr>
                <a:schemeClr val="dk1"/>
              </a:buClr>
              <a:buSzPts val="1000"/>
              <a:buFont typeface="Sora"/>
              <a:buNone/>
              <a:defRPr sz="1000">
                <a:solidFill>
                  <a:schemeClr val="dk1"/>
                </a:solidFill>
                <a:latin typeface="Sora"/>
                <a:ea typeface="Sora"/>
                <a:cs typeface="Sora"/>
                <a:sym typeface="Sora"/>
              </a:defRPr>
            </a:lvl3pPr>
            <a:lvl4pPr lvl="3">
              <a:spcBef>
                <a:spcPts val="0"/>
              </a:spcBef>
              <a:spcAft>
                <a:spcPts val="0"/>
              </a:spcAft>
              <a:buClr>
                <a:schemeClr val="dk1"/>
              </a:buClr>
              <a:buSzPts val="1000"/>
              <a:buFont typeface="Sora"/>
              <a:buNone/>
              <a:defRPr sz="1000">
                <a:solidFill>
                  <a:schemeClr val="dk1"/>
                </a:solidFill>
                <a:latin typeface="Sora"/>
                <a:ea typeface="Sora"/>
                <a:cs typeface="Sora"/>
                <a:sym typeface="Sora"/>
              </a:defRPr>
            </a:lvl4pPr>
            <a:lvl5pPr lvl="4">
              <a:spcBef>
                <a:spcPts val="0"/>
              </a:spcBef>
              <a:spcAft>
                <a:spcPts val="0"/>
              </a:spcAft>
              <a:buClr>
                <a:schemeClr val="dk1"/>
              </a:buClr>
              <a:buSzPts val="1000"/>
              <a:buFont typeface="Sora"/>
              <a:buNone/>
              <a:defRPr sz="1000">
                <a:solidFill>
                  <a:schemeClr val="dk1"/>
                </a:solidFill>
                <a:latin typeface="Sora"/>
                <a:ea typeface="Sora"/>
                <a:cs typeface="Sora"/>
                <a:sym typeface="Sora"/>
              </a:defRPr>
            </a:lvl5pPr>
            <a:lvl6pPr lvl="5">
              <a:spcBef>
                <a:spcPts val="0"/>
              </a:spcBef>
              <a:spcAft>
                <a:spcPts val="0"/>
              </a:spcAft>
              <a:buClr>
                <a:schemeClr val="dk1"/>
              </a:buClr>
              <a:buSzPts val="1000"/>
              <a:buFont typeface="Sora"/>
              <a:buNone/>
              <a:defRPr sz="1000">
                <a:solidFill>
                  <a:schemeClr val="dk1"/>
                </a:solidFill>
                <a:latin typeface="Sora"/>
                <a:ea typeface="Sora"/>
                <a:cs typeface="Sora"/>
                <a:sym typeface="Sora"/>
              </a:defRPr>
            </a:lvl6pPr>
            <a:lvl7pPr lvl="6">
              <a:spcBef>
                <a:spcPts val="0"/>
              </a:spcBef>
              <a:spcAft>
                <a:spcPts val="0"/>
              </a:spcAft>
              <a:buClr>
                <a:schemeClr val="dk1"/>
              </a:buClr>
              <a:buSzPts val="1000"/>
              <a:buFont typeface="Sora"/>
              <a:buNone/>
              <a:defRPr sz="1000">
                <a:solidFill>
                  <a:schemeClr val="dk1"/>
                </a:solidFill>
                <a:latin typeface="Sora"/>
                <a:ea typeface="Sora"/>
                <a:cs typeface="Sora"/>
                <a:sym typeface="Sora"/>
              </a:defRPr>
            </a:lvl7pPr>
            <a:lvl8pPr lvl="7">
              <a:spcBef>
                <a:spcPts val="0"/>
              </a:spcBef>
              <a:spcAft>
                <a:spcPts val="0"/>
              </a:spcAft>
              <a:buClr>
                <a:schemeClr val="dk1"/>
              </a:buClr>
              <a:buSzPts val="1000"/>
              <a:buFont typeface="Sora"/>
              <a:buNone/>
              <a:defRPr sz="1000">
                <a:solidFill>
                  <a:schemeClr val="dk1"/>
                </a:solidFill>
                <a:latin typeface="Sora"/>
                <a:ea typeface="Sora"/>
                <a:cs typeface="Sora"/>
                <a:sym typeface="Sora"/>
              </a:defRPr>
            </a:lvl8pPr>
            <a:lvl9pPr lvl="8">
              <a:spcBef>
                <a:spcPts val="0"/>
              </a:spcBef>
              <a:spcAft>
                <a:spcPts val="0"/>
              </a:spcAft>
              <a:buClr>
                <a:schemeClr val="dk1"/>
              </a:buClr>
              <a:buSzPts val="1000"/>
              <a:buFont typeface="Sora"/>
              <a:buNone/>
              <a:defRPr sz="1000">
                <a:solidFill>
                  <a:schemeClr val="dk1"/>
                </a:solidFill>
                <a:latin typeface="Sora"/>
                <a:ea typeface="Sora"/>
                <a:cs typeface="Sora"/>
                <a:sym typeface="Sora"/>
              </a:defRPr>
            </a:lvl9pPr>
          </a:lstStyle>
          <a:p/>
        </p:txBody>
      </p:sp>
      <p:sp>
        <p:nvSpPr>
          <p:cNvPr id="389" name="Google Shape;389;p18"/>
          <p:cNvSpPr txBox="1"/>
          <p:nvPr>
            <p:ph idx="7" type="title"/>
          </p:nvPr>
        </p:nvSpPr>
        <p:spPr>
          <a:xfrm>
            <a:off x="1048325" y="2672425"/>
            <a:ext cx="2069700" cy="785100"/>
          </a:xfrm>
          <a:prstGeom prst="rect">
            <a:avLst/>
          </a:prstGeom>
        </p:spPr>
        <p:txBody>
          <a:bodyPr anchorCtr="0" anchor="t" bIns="91425" lIns="182875" spcFirstLastPara="1" rIns="91425" wrap="square" tIns="91425">
            <a:noAutofit/>
          </a:bodyPr>
          <a:lstStyle>
            <a:lvl1pPr lvl="0">
              <a:spcBef>
                <a:spcPts val="0"/>
              </a:spcBef>
              <a:spcAft>
                <a:spcPts val="0"/>
              </a:spcAft>
              <a:buClr>
                <a:schemeClr val="dk1"/>
              </a:buClr>
              <a:buSzPts val="1000"/>
              <a:buFont typeface="Sora"/>
              <a:buNone/>
              <a:defRPr sz="1000">
                <a:solidFill>
                  <a:schemeClr val="dk1"/>
                </a:solidFill>
                <a:latin typeface="Sora"/>
                <a:ea typeface="Sora"/>
                <a:cs typeface="Sora"/>
                <a:sym typeface="Sora"/>
              </a:defRPr>
            </a:lvl1pPr>
            <a:lvl2pPr lvl="1">
              <a:spcBef>
                <a:spcPts val="0"/>
              </a:spcBef>
              <a:spcAft>
                <a:spcPts val="0"/>
              </a:spcAft>
              <a:buClr>
                <a:schemeClr val="dk1"/>
              </a:buClr>
              <a:buSzPts val="1000"/>
              <a:buFont typeface="Sora"/>
              <a:buNone/>
              <a:defRPr sz="1000">
                <a:solidFill>
                  <a:schemeClr val="dk1"/>
                </a:solidFill>
                <a:latin typeface="Sora"/>
                <a:ea typeface="Sora"/>
                <a:cs typeface="Sora"/>
                <a:sym typeface="Sora"/>
              </a:defRPr>
            </a:lvl2pPr>
            <a:lvl3pPr lvl="2">
              <a:spcBef>
                <a:spcPts val="0"/>
              </a:spcBef>
              <a:spcAft>
                <a:spcPts val="0"/>
              </a:spcAft>
              <a:buClr>
                <a:schemeClr val="dk1"/>
              </a:buClr>
              <a:buSzPts val="1000"/>
              <a:buFont typeface="Sora"/>
              <a:buNone/>
              <a:defRPr sz="1000">
                <a:solidFill>
                  <a:schemeClr val="dk1"/>
                </a:solidFill>
                <a:latin typeface="Sora"/>
                <a:ea typeface="Sora"/>
                <a:cs typeface="Sora"/>
                <a:sym typeface="Sora"/>
              </a:defRPr>
            </a:lvl3pPr>
            <a:lvl4pPr lvl="3">
              <a:spcBef>
                <a:spcPts val="0"/>
              </a:spcBef>
              <a:spcAft>
                <a:spcPts val="0"/>
              </a:spcAft>
              <a:buClr>
                <a:schemeClr val="dk1"/>
              </a:buClr>
              <a:buSzPts val="1000"/>
              <a:buFont typeface="Sora"/>
              <a:buNone/>
              <a:defRPr sz="1000">
                <a:solidFill>
                  <a:schemeClr val="dk1"/>
                </a:solidFill>
                <a:latin typeface="Sora"/>
                <a:ea typeface="Sora"/>
                <a:cs typeface="Sora"/>
                <a:sym typeface="Sora"/>
              </a:defRPr>
            </a:lvl4pPr>
            <a:lvl5pPr lvl="4">
              <a:spcBef>
                <a:spcPts val="0"/>
              </a:spcBef>
              <a:spcAft>
                <a:spcPts val="0"/>
              </a:spcAft>
              <a:buClr>
                <a:schemeClr val="dk1"/>
              </a:buClr>
              <a:buSzPts val="1000"/>
              <a:buFont typeface="Sora"/>
              <a:buNone/>
              <a:defRPr sz="1000">
                <a:solidFill>
                  <a:schemeClr val="dk1"/>
                </a:solidFill>
                <a:latin typeface="Sora"/>
                <a:ea typeface="Sora"/>
                <a:cs typeface="Sora"/>
                <a:sym typeface="Sora"/>
              </a:defRPr>
            </a:lvl5pPr>
            <a:lvl6pPr lvl="5">
              <a:spcBef>
                <a:spcPts val="0"/>
              </a:spcBef>
              <a:spcAft>
                <a:spcPts val="0"/>
              </a:spcAft>
              <a:buClr>
                <a:schemeClr val="dk1"/>
              </a:buClr>
              <a:buSzPts val="1000"/>
              <a:buFont typeface="Sora"/>
              <a:buNone/>
              <a:defRPr sz="1000">
                <a:solidFill>
                  <a:schemeClr val="dk1"/>
                </a:solidFill>
                <a:latin typeface="Sora"/>
                <a:ea typeface="Sora"/>
                <a:cs typeface="Sora"/>
                <a:sym typeface="Sora"/>
              </a:defRPr>
            </a:lvl6pPr>
            <a:lvl7pPr lvl="6">
              <a:spcBef>
                <a:spcPts val="0"/>
              </a:spcBef>
              <a:spcAft>
                <a:spcPts val="0"/>
              </a:spcAft>
              <a:buClr>
                <a:schemeClr val="dk1"/>
              </a:buClr>
              <a:buSzPts val="1000"/>
              <a:buFont typeface="Sora"/>
              <a:buNone/>
              <a:defRPr sz="1000">
                <a:solidFill>
                  <a:schemeClr val="dk1"/>
                </a:solidFill>
                <a:latin typeface="Sora"/>
                <a:ea typeface="Sora"/>
                <a:cs typeface="Sora"/>
                <a:sym typeface="Sora"/>
              </a:defRPr>
            </a:lvl7pPr>
            <a:lvl8pPr lvl="7">
              <a:spcBef>
                <a:spcPts val="0"/>
              </a:spcBef>
              <a:spcAft>
                <a:spcPts val="0"/>
              </a:spcAft>
              <a:buClr>
                <a:schemeClr val="dk1"/>
              </a:buClr>
              <a:buSzPts val="1000"/>
              <a:buFont typeface="Sora"/>
              <a:buNone/>
              <a:defRPr sz="1000">
                <a:solidFill>
                  <a:schemeClr val="dk1"/>
                </a:solidFill>
                <a:latin typeface="Sora"/>
                <a:ea typeface="Sora"/>
                <a:cs typeface="Sora"/>
                <a:sym typeface="Sora"/>
              </a:defRPr>
            </a:lvl8pPr>
            <a:lvl9pPr lvl="8">
              <a:spcBef>
                <a:spcPts val="0"/>
              </a:spcBef>
              <a:spcAft>
                <a:spcPts val="0"/>
              </a:spcAft>
              <a:buClr>
                <a:schemeClr val="dk1"/>
              </a:buClr>
              <a:buSzPts val="1000"/>
              <a:buFont typeface="Sora"/>
              <a:buNone/>
              <a:defRPr sz="1000">
                <a:solidFill>
                  <a:schemeClr val="dk1"/>
                </a:solidFill>
                <a:latin typeface="Sora"/>
                <a:ea typeface="Sora"/>
                <a:cs typeface="Sora"/>
                <a:sym typeface="Sora"/>
              </a:defRPr>
            </a:lvl9pPr>
          </a:lstStyle>
          <a:p/>
        </p:txBody>
      </p:sp>
      <p:sp>
        <p:nvSpPr>
          <p:cNvPr id="390" name="Google Shape;390;p18"/>
          <p:cNvSpPr txBox="1"/>
          <p:nvPr>
            <p:ph idx="8" type="title"/>
          </p:nvPr>
        </p:nvSpPr>
        <p:spPr>
          <a:xfrm>
            <a:off x="1048325" y="3512475"/>
            <a:ext cx="2069700" cy="785100"/>
          </a:xfrm>
          <a:prstGeom prst="rect">
            <a:avLst/>
          </a:prstGeom>
        </p:spPr>
        <p:txBody>
          <a:bodyPr anchorCtr="0" anchor="t" bIns="91425" lIns="182875" spcFirstLastPara="1" rIns="91425" wrap="square" tIns="91425">
            <a:noAutofit/>
          </a:bodyPr>
          <a:lstStyle>
            <a:lvl1pPr lvl="0">
              <a:spcBef>
                <a:spcPts val="0"/>
              </a:spcBef>
              <a:spcAft>
                <a:spcPts val="0"/>
              </a:spcAft>
              <a:buClr>
                <a:schemeClr val="dk1"/>
              </a:buClr>
              <a:buSzPts val="1000"/>
              <a:buFont typeface="Sora"/>
              <a:buNone/>
              <a:defRPr sz="1000">
                <a:solidFill>
                  <a:schemeClr val="dk1"/>
                </a:solidFill>
                <a:latin typeface="Sora"/>
                <a:ea typeface="Sora"/>
                <a:cs typeface="Sora"/>
                <a:sym typeface="Sora"/>
              </a:defRPr>
            </a:lvl1pPr>
            <a:lvl2pPr lvl="1">
              <a:spcBef>
                <a:spcPts val="0"/>
              </a:spcBef>
              <a:spcAft>
                <a:spcPts val="0"/>
              </a:spcAft>
              <a:buClr>
                <a:schemeClr val="dk1"/>
              </a:buClr>
              <a:buSzPts val="1000"/>
              <a:buFont typeface="Sora"/>
              <a:buNone/>
              <a:defRPr sz="1000">
                <a:solidFill>
                  <a:schemeClr val="dk1"/>
                </a:solidFill>
                <a:latin typeface="Sora"/>
                <a:ea typeface="Sora"/>
                <a:cs typeface="Sora"/>
                <a:sym typeface="Sora"/>
              </a:defRPr>
            </a:lvl2pPr>
            <a:lvl3pPr lvl="2">
              <a:spcBef>
                <a:spcPts val="0"/>
              </a:spcBef>
              <a:spcAft>
                <a:spcPts val="0"/>
              </a:spcAft>
              <a:buClr>
                <a:schemeClr val="dk1"/>
              </a:buClr>
              <a:buSzPts val="1000"/>
              <a:buFont typeface="Sora"/>
              <a:buNone/>
              <a:defRPr sz="1000">
                <a:solidFill>
                  <a:schemeClr val="dk1"/>
                </a:solidFill>
                <a:latin typeface="Sora"/>
                <a:ea typeface="Sora"/>
                <a:cs typeface="Sora"/>
                <a:sym typeface="Sora"/>
              </a:defRPr>
            </a:lvl3pPr>
            <a:lvl4pPr lvl="3">
              <a:spcBef>
                <a:spcPts val="0"/>
              </a:spcBef>
              <a:spcAft>
                <a:spcPts val="0"/>
              </a:spcAft>
              <a:buClr>
                <a:schemeClr val="dk1"/>
              </a:buClr>
              <a:buSzPts val="1000"/>
              <a:buFont typeface="Sora"/>
              <a:buNone/>
              <a:defRPr sz="1000">
                <a:solidFill>
                  <a:schemeClr val="dk1"/>
                </a:solidFill>
                <a:latin typeface="Sora"/>
                <a:ea typeface="Sora"/>
                <a:cs typeface="Sora"/>
                <a:sym typeface="Sora"/>
              </a:defRPr>
            </a:lvl4pPr>
            <a:lvl5pPr lvl="4">
              <a:spcBef>
                <a:spcPts val="0"/>
              </a:spcBef>
              <a:spcAft>
                <a:spcPts val="0"/>
              </a:spcAft>
              <a:buClr>
                <a:schemeClr val="dk1"/>
              </a:buClr>
              <a:buSzPts val="1000"/>
              <a:buFont typeface="Sora"/>
              <a:buNone/>
              <a:defRPr sz="1000">
                <a:solidFill>
                  <a:schemeClr val="dk1"/>
                </a:solidFill>
                <a:latin typeface="Sora"/>
                <a:ea typeface="Sora"/>
                <a:cs typeface="Sora"/>
                <a:sym typeface="Sora"/>
              </a:defRPr>
            </a:lvl5pPr>
            <a:lvl6pPr lvl="5">
              <a:spcBef>
                <a:spcPts val="0"/>
              </a:spcBef>
              <a:spcAft>
                <a:spcPts val="0"/>
              </a:spcAft>
              <a:buClr>
                <a:schemeClr val="dk1"/>
              </a:buClr>
              <a:buSzPts val="1000"/>
              <a:buFont typeface="Sora"/>
              <a:buNone/>
              <a:defRPr sz="1000">
                <a:solidFill>
                  <a:schemeClr val="dk1"/>
                </a:solidFill>
                <a:latin typeface="Sora"/>
                <a:ea typeface="Sora"/>
                <a:cs typeface="Sora"/>
                <a:sym typeface="Sora"/>
              </a:defRPr>
            </a:lvl6pPr>
            <a:lvl7pPr lvl="6">
              <a:spcBef>
                <a:spcPts val="0"/>
              </a:spcBef>
              <a:spcAft>
                <a:spcPts val="0"/>
              </a:spcAft>
              <a:buClr>
                <a:schemeClr val="dk1"/>
              </a:buClr>
              <a:buSzPts val="1000"/>
              <a:buFont typeface="Sora"/>
              <a:buNone/>
              <a:defRPr sz="1000">
                <a:solidFill>
                  <a:schemeClr val="dk1"/>
                </a:solidFill>
                <a:latin typeface="Sora"/>
                <a:ea typeface="Sora"/>
                <a:cs typeface="Sora"/>
                <a:sym typeface="Sora"/>
              </a:defRPr>
            </a:lvl7pPr>
            <a:lvl8pPr lvl="7">
              <a:spcBef>
                <a:spcPts val="0"/>
              </a:spcBef>
              <a:spcAft>
                <a:spcPts val="0"/>
              </a:spcAft>
              <a:buClr>
                <a:schemeClr val="dk1"/>
              </a:buClr>
              <a:buSzPts val="1000"/>
              <a:buFont typeface="Sora"/>
              <a:buNone/>
              <a:defRPr sz="1000">
                <a:solidFill>
                  <a:schemeClr val="dk1"/>
                </a:solidFill>
                <a:latin typeface="Sora"/>
                <a:ea typeface="Sora"/>
                <a:cs typeface="Sora"/>
                <a:sym typeface="Sora"/>
              </a:defRPr>
            </a:lvl8pPr>
            <a:lvl9pPr lvl="8">
              <a:spcBef>
                <a:spcPts val="0"/>
              </a:spcBef>
              <a:spcAft>
                <a:spcPts val="0"/>
              </a:spcAft>
              <a:buClr>
                <a:schemeClr val="dk1"/>
              </a:buClr>
              <a:buSzPts val="1000"/>
              <a:buFont typeface="Sora"/>
              <a:buNone/>
              <a:defRPr sz="1000">
                <a:solidFill>
                  <a:schemeClr val="dk1"/>
                </a:solidFill>
                <a:latin typeface="Sora"/>
                <a:ea typeface="Sora"/>
                <a:cs typeface="Sora"/>
                <a:sym typeface="Sora"/>
              </a:defRPr>
            </a:lvl9pPr>
          </a:lstStyle>
          <a:p/>
        </p:txBody>
      </p:sp>
      <p:sp>
        <p:nvSpPr>
          <p:cNvPr id="391" name="Google Shape;391;p18"/>
          <p:cNvSpPr txBox="1"/>
          <p:nvPr>
            <p:ph idx="9" type="title"/>
          </p:nvPr>
        </p:nvSpPr>
        <p:spPr>
          <a:xfrm>
            <a:off x="3820750" y="1711525"/>
            <a:ext cx="1800000" cy="1522200"/>
          </a:xfrm>
          <a:prstGeom prst="rect">
            <a:avLst/>
          </a:prstGeom>
        </p:spPr>
        <p:txBody>
          <a:bodyPr anchorCtr="0" anchor="t" bIns="91425" lIns="0" spcFirstLastPara="1" rIns="0" wrap="square" tIns="91425">
            <a:noAutofit/>
          </a:bodyPr>
          <a:lstStyle>
            <a:lvl1pPr lvl="0">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1pPr>
            <a:lvl2pPr lvl="1">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2pPr>
            <a:lvl3pPr lvl="2">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3pPr>
            <a:lvl4pPr lvl="3">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4pPr>
            <a:lvl5pPr lvl="4">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5pPr>
            <a:lvl6pPr lvl="5">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6pPr>
            <a:lvl7pPr lvl="6">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7pPr>
            <a:lvl8pPr lvl="7">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8pPr>
            <a:lvl9pPr lvl="8">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9pPr>
          </a:lstStyle>
          <a:p/>
        </p:txBody>
      </p:sp>
      <p:sp>
        <p:nvSpPr>
          <p:cNvPr id="392" name="Google Shape;392;p18"/>
          <p:cNvSpPr txBox="1"/>
          <p:nvPr>
            <p:ph idx="13" type="title"/>
          </p:nvPr>
        </p:nvSpPr>
        <p:spPr>
          <a:xfrm>
            <a:off x="7107575" y="1711450"/>
            <a:ext cx="874200" cy="1522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393" name="Google Shape;393;p18"/>
          <p:cNvSpPr txBox="1"/>
          <p:nvPr>
            <p:ph idx="14" type="title"/>
          </p:nvPr>
        </p:nvSpPr>
        <p:spPr>
          <a:xfrm>
            <a:off x="5518325" y="1711575"/>
            <a:ext cx="1322100" cy="1522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394" name="Google Shape;394;p18"/>
          <p:cNvSpPr txBox="1"/>
          <p:nvPr>
            <p:ph idx="15"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395" name="Google Shape;395;p18"/>
          <p:cNvSpPr txBox="1"/>
          <p:nvPr>
            <p:ph idx="16" type="title"/>
          </p:nvPr>
        </p:nvSpPr>
        <p:spPr>
          <a:xfrm>
            <a:off x="93381" y="502775"/>
            <a:ext cx="7178100" cy="7851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solidFill>
                  <a:schemeClr val="dk2"/>
                </a:solidFill>
              </a:defRPr>
            </a:lvl1pPr>
            <a:lvl2pPr lvl="1">
              <a:lnSpc>
                <a:spcPct val="115000"/>
              </a:lnSpc>
              <a:spcBef>
                <a:spcPts val="0"/>
              </a:spcBef>
              <a:spcAft>
                <a:spcPts val="0"/>
              </a:spcAft>
              <a:buNone/>
              <a:defRPr sz="3600">
                <a:solidFill>
                  <a:schemeClr val="dk2"/>
                </a:solidFill>
              </a:defRPr>
            </a:lvl2pPr>
            <a:lvl3pPr lvl="2">
              <a:lnSpc>
                <a:spcPct val="115000"/>
              </a:lnSpc>
              <a:spcBef>
                <a:spcPts val="0"/>
              </a:spcBef>
              <a:spcAft>
                <a:spcPts val="0"/>
              </a:spcAft>
              <a:buNone/>
              <a:defRPr sz="3600">
                <a:solidFill>
                  <a:schemeClr val="dk2"/>
                </a:solidFill>
              </a:defRPr>
            </a:lvl3pPr>
            <a:lvl4pPr lvl="3">
              <a:lnSpc>
                <a:spcPct val="115000"/>
              </a:lnSpc>
              <a:spcBef>
                <a:spcPts val="0"/>
              </a:spcBef>
              <a:spcAft>
                <a:spcPts val="0"/>
              </a:spcAft>
              <a:buNone/>
              <a:defRPr sz="3600">
                <a:solidFill>
                  <a:schemeClr val="dk2"/>
                </a:solidFill>
              </a:defRPr>
            </a:lvl4pPr>
            <a:lvl5pPr lvl="4">
              <a:lnSpc>
                <a:spcPct val="115000"/>
              </a:lnSpc>
              <a:spcBef>
                <a:spcPts val="0"/>
              </a:spcBef>
              <a:spcAft>
                <a:spcPts val="0"/>
              </a:spcAft>
              <a:buNone/>
              <a:defRPr sz="3600">
                <a:solidFill>
                  <a:schemeClr val="dk2"/>
                </a:solidFill>
              </a:defRPr>
            </a:lvl5pPr>
            <a:lvl6pPr lvl="5">
              <a:lnSpc>
                <a:spcPct val="115000"/>
              </a:lnSpc>
              <a:spcBef>
                <a:spcPts val="0"/>
              </a:spcBef>
              <a:spcAft>
                <a:spcPts val="0"/>
              </a:spcAft>
              <a:buNone/>
              <a:defRPr sz="3600">
                <a:solidFill>
                  <a:schemeClr val="dk2"/>
                </a:solidFill>
              </a:defRPr>
            </a:lvl6pPr>
            <a:lvl7pPr lvl="6">
              <a:lnSpc>
                <a:spcPct val="115000"/>
              </a:lnSpc>
              <a:spcBef>
                <a:spcPts val="0"/>
              </a:spcBef>
              <a:spcAft>
                <a:spcPts val="0"/>
              </a:spcAft>
              <a:buNone/>
              <a:defRPr sz="3600">
                <a:solidFill>
                  <a:schemeClr val="dk2"/>
                </a:solidFill>
              </a:defRPr>
            </a:lvl7pPr>
            <a:lvl8pPr lvl="7">
              <a:lnSpc>
                <a:spcPct val="115000"/>
              </a:lnSpc>
              <a:spcBef>
                <a:spcPts val="0"/>
              </a:spcBef>
              <a:spcAft>
                <a:spcPts val="0"/>
              </a:spcAft>
              <a:buNone/>
              <a:defRPr sz="3600">
                <a:solidFill>
                  <a:schemeClr val="dk2"/>
                </a:solidFill>
              </a:defRPr>
            </a:lvl8pPr>
            <a:lvl9pPr lvl="8">
              <a:lnSpc>
                <a:spcPct val="115000"/>
              </a:lnSpc>
              <a:spcBef>
                <a:spcPts val="0"/>
              </a:spcBef>
              <a:spcAft>
                <a:spcPts val="0"/>
              </a:spcAft>
              <a:buNone/>
              <a:defRPr sz="3600">
                <a:solidFill>
                  <a:schemeClr val="dk2"/>
                </a:solidFill>
              </a:defRPr>
            </a:lvl9pPr>
          </a:lstStyle>
          <a:p/>
        </p:txBody>
      </p:sp>
      <p:sp>
        <p:nvSpPr>
          <p:cNvPr id="396" name="Google Shape;396;p18"/>
          <p:cNvSpPr txBox="1"/>
          <p:nvPr>
            <p:ph idx="17"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Project Roadmap">
  <p:cSld name="BLANK_1_1_1_1_1_1_1_1_1_1_3_1">
    <p:bg>
      <p:bgPr>
        <a:solidFill>
          <a:schemeClr val="lt1"/>
        </a:solidFill>
      </p:bgPr>
    </p:bg>
    <p:spTree>
      <p:nvGrpSpPr>
        <p:cNvPr id="397" name="Shape 397"/>
        <p:cNvGrpSpPr/>
        <p:nvPr/>
      </p:nvGrpSpPr>
      <p:grpSpPr>
        <a:xfrm>
          <a:off x="0" y="0"/>
          <a:ext cx="0" cy="0"/>
          <a:chOff x="0" y="0"/>
          <a:chExt cx="0" cy="0"/>
        </a:xfrm>
      </p:grpSpPr>
      <p:sp>
        <p:nvSpPr>
          <p:cNvPr id="398" name="Google Shape;398;p19"/>
          <p:cNvSpPr txBox="1"/>
          <p:nvPr>
            <p:ph type="title"/>
          </p:nvPr>
        </p:nvSpPr>
        <p:spPr>
          <a:xfrm>
            <a:off x="134550" y="1339350"/>
            <a:ext cx="1119600" cy="297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9pPr>
          </a:lstStyle>
          <a:p/>
        </p:txBody>
      </p:sp>
      <p:sp>
        <p:nvSpPr>
          <p:cNvPr id="399" name="Google Shape;399;p19"/>
          <p:cNvSpPr txBox="1"/>
          <p:nvPr>
            <p:ph idx="2" type="title"/>
          </p:nvPr>
        </p:nvSpPr>
        <p:spPr>
          <a:xfrm>
            <a:off x="1326150" y="904338"/>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400" name="Google Shape;400;p19"/>
          <p:cNvSpPr txBox="1"/>
          <p:nvPr>
            <p:ph idx="3" type="title"/>
          </p:nvPr>
        </p:nvSpPr>
        <p:spPr>
          <a:xfrm>
            <a:off x="3877025" y="904338"/>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401" name="Google Shape;401;p19"/>
          <p:cNvSpPr txBox="1"/>
          <p:nvPr>
            <p:ph idx="4" type="title"/>
          </p:nvPr>
        </p:nvSpPr>
        <p:spPr>
          <a:xfrm>
            <a:off x="6291700" y="904338"/>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402" name="Google Shape;402;p19"/>
          <p:cNvSpPr txBox="1"/>
          <p:nvPr>
            <p:ph idx="5" type="title"/>
          </p:nvPr>
        </p:nvSpPr>
        <p:spPr>
          <a:xfrm>
            <a:off x="134550" y="2545225"/>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9pPr>
          </a:lstStyle>
          <a:p/>
        </p:txBody>
      </p:sp>
      <p:sp>
        <p:nvSpPr>
          <p:cNvPr id="403" name="Google Shape;403;p19"/>
          <p:cNvSpPr txBox="1"/>
          <p:nvPr>
            <p:ph idx="6" type="title"/>
          </p:nvPr>
        </p:nvSpPr>
        <p:spPr>
          <a:xfrm>
            <a:off x="134550" y="3703975"/>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9pPr>
          </a:lstStyle>
          <a:p/>
        </p:txBody>
      </p:sp>
      <p:sp>
        <p:nvSpPr>
          <p:cNvPr id="404" name="Google Shape;404;p19"/>
          <p:cNvSpPr txBox="1"/>
          <p:nvPr>
            <p:ph idx="7" type="title"/>
          </p:nvPr>
        </p:nvSpPr>
        <p:spPr>
          <a:xfrm>
            <a:off x="3877025" y="1339350"/>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05" name="Google Shape;405;p19"/>
          <p:cNvSpPr txBox="1"/>
          <p:nvPr>
            <p:ph idx="8" type="title"/>
          </p:nvPr>
        </p:nvSpPr>
        <p:spPr>
          <a:xfrm>
            <a:off x="3877025" y="2552413"/>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9pPr>
          </a:lstStyle>
          <a:p/>
        </p:txBody>
      </p:sp>
      <p:sp>
        <p:nvSpPr>
          <p:cNvPr id="406" name="Google Shape;406;p19"/>
          <p:cNvSpPr txBox="1"/>
          <p:nvPr>
            <p:ph idx="9" type="title"/>
          </p:nvPr>
        </p:nvSpPr>
        <p:spPr>
          <a:xfrm>
            <a:off x="3877025" y="3711169"/>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9pPr>
          </a:lstStyle>
          <a:p/>
        </p:txBody>
      </p:sp>
      <p:sp>
        <p:nvSpPr>
          <p:cNvPr id="407" name="Google Shape;407;p19"/>
          <p:cNvSpPr txBox="1"/>
          <p:nvPr>
            <p:ph idx="13" type="title"/>
          </p:nvPr>
        </p:nvSpPr>
        <p:spPr>
          <a:xfrm>
            <a:off x="6427900" y="2552413"/>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000"/>
              <a:buFont typeface="Sora"/>
              <a:buChar char="➔"/>
              <a:defRPr sz="1000">
                <a:latin typeface="Sora"/>
                <a:ea typeface="Sora"/>
                <a:cs typeface="Sora"/>
                <a:sym typeface="Sora"/>
              </a:defRPr>
            </a:lvl1pPr>
            <a:lvl2pPr lvl="1">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9pPr>
          </a:lstStyle>
          <a:p/>
        </p:txBody>
      </p:sp>
      <p:sp>
        <p:nvSpPr>
          <p:cNvPr id="408" name="Google Shape;408;p19"/>
          <p:cNvSpPr txBox="1"/>
          <p:nvPr>
            <p:ph idx="14" type="title"/>
          </p:nvPr>
        </p:nvSpPr>
        <p:spPr>
          <a:xfrm>
            <a:off x="6427900" y="1339350"/>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000"/>
              <a:buFont typeface="Sora"/>
              <a:buChar char="➔"/>
              <a:defRPr sz="1000">
                <a:latin typeface="Sora"/>
                <a:ea typeface="Sora"/>
                <a:cs typeface="Sora"/>
                <a:sym typeface="Sora"/>
              </a:defRPr>
            </a:lvl1pPr>
            <a:lvl2pPr lvl="1">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9pPr>
          </a:lstStyle>
          <a:p/>
        </p:txBody>
      </p:sp>
      <p:sp>
        <p:nvSpPr>
          <p:cNvPr id="409" name="Google Shape;409;p19"/>
          <p:cNvSpPr txBox="1"/>
          <p:nvPr>
            <p:ph idx="15" type="title"/>
          </p:nvPr>
        </p:nvSpPr>
        <p:spPr>
          <a:xfrm>
            <a:off x="6427900" y="3711169"/>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000"/>
              <a:buFont typeface="Sora"/>
              <a:buChar char="➔"/>
              <a:defRPr sz="1000">
                <a:latin typeface="Sora"/>
                <a:ea typeface="Sora"/>
                <a:cs typeface="Sora"/>
                <a:sym typeface="Sora"/>
              </a:defRPr>
            </a:lvl1pPr>
            <a:lvl2pPr lvl="1">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9pPr>
          </a:lstStyle>
          <a:p/>
        </p:txBody>
      </p:sp>
      <p:sp>
        <p:nvSpPr>
          <p:cNvPr id="410" name="Google Shape;410;p19"/>
          <p:cNvSpPr txBox="1"/>
          <p:nvPr>
            <p:ph idx="16" type="title"/>
          </p:nvPr>
        </p:nvSpPr>
        <p:spPr>
          <a:xfrm>
            <a:off x="1326150" y="1339350"/>
            <a:ext cx="2296500" cy="924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11" name="Google Shape;411;p19"/>
          <p:cNvSpPr txBox="1"/>
          <p:nvPr>
            <p:ph idx="17" type="title"/>
          </p:nvPr>
        </p:nvSpPr>
        <p:spPr>
          <a:xfrm>
            <a:off x="1326150" y="2545213"/>
            <a:ext cx="2296500" cy="924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12" name="Google Shape;412;p19"/>
          <p:cNvSpPr txBox="1"/>
          <p:nvPr>
            <p:ph idx="18" type="title"/>
          </p:nvPr>
        </p:nvSpPr>
        <p:spPr>
          <a:xfrm>
            <a:off x="1326150" y="3703969"/>
            <a:ext cx="2296500" cy="924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13" name="Google Shape;413;p19"/>
          <p:cNvSpPr txBox="1"/>
          <p:nvPr>
            <p:ph idx="19"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414" name="Google Shape;414;p19"/>
          <p:cNvSpPr txBox="1"/>
          <p:nvPr>
            <p:ph idx="20" type="title"/>
          </p:nvPr>
        </p:nvSpPr>
        <p:spPr>
          <a:xfrm>
            <a:off x="38100" y="319650"/>
            <a:ext cx="3116700" cy="520200"/>
          </a:xfrm>
          <a:prstGeom prst="rect">
            <a:avLst/>
          </a:prstGeom>
        </p:spPr>
        <p:txBody>
          <a:bodyPr anchorCtr="0" anchor="t" bIns="91425" lIns="182875" spcFirstLastPara="1" rIns="91425" wrap="square" tIns="91425">
            <a:spAutoFit/>
          </a:bodyPr>
          <a:lstStyle>
            <a:lvl1pPr lvl="0">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415" name="Google Shape;415;p19"/>
          <p:cNvSpPr txBox="1"/>
          <p:nvPr>
            <p:ph idx="21"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p:cSld name="BLANK_1_1_1_1_1_1_1_1_1_1_2">
    <p:spTree>
      <p:nvGrpSpPr>
        <p:cNvPr id="416" name="Shape 416"/>
        <p:cNvGrpSpPr/>
        <p:nvPr/>
      </p:nvGrpSpPr>
      <p:grpSpPr>
        <a:xfrm>
          <a:off x="0" y="0"/>
          <a:ext cx="0" cy="0"/>
          <a:chOff x="0" y="0"/>
          <a:chExt cx="0" cy="0"/>
        </a:xfrm>
      </p:grpSpPr>
      <p:sp>
        <p:nvSpPr>
          <p:cNvPr id="417" name="Google Shape;417;p20"/>
          <p:cNvSpPr/>
          <p:nvPr/>
        </p:nvSpPr>
        <p:spPr>
          <a:xfrm>
            <a:off x="8210550" y="-7150"/>
            <a:ext cx="945375" cy="1453000"/>
          </a:xfrm>
          <a:custGeom>
            <a:rect b="b" l="l" r="r" t="t"/>
            <a:pathLst>
              <a:path extrusionOk="0" h="58120" w="37815">
                <a:moveTo>
                  <a:pt x="0" y="35846"/>
                </a:moveTo>
                <a:lnTo>
                  <a:pt x="37815" y="58120"/>
                </a:lnTo>
                <a:lnTo>
                  <a:pt x="37589" y="0"/>
                </a:lnTo>
                <a:lnTo>
                  <a:pt x="2413" y="32"/>
                </a:lnTo>
                <a:close/>
              </a:path>
            </a:pathLst>
          </a:custGeom>
          <a:solidFill>
            <a:schemeClr val="lt1"/>
          </a:solidFill>
          <a:ln>
            <a:noFill/>
          </a:ln>
        </p:spPr>
      </p:sp>
      <p:sp>
        <p:nvSpPr>
          <p:cNvPr id="418" name="Google Shape;418;p20"/>
          <p:cNvSpPr/>
          <p:nvPr/>
        </p:nvSpPr>
        <p:spPr>
          <a:xfrm>
            <a:off x="4614025" y="-6850"/>
            <a:ext cx="3659250" cy="1404775"/>
          </a:xfrm>
          <a:custGeom>
            <a:rect b="b" l="l" r="r" t="t"/>
            <a:pathLst>
              <a:path extrusionOk="0" h="56191" w="146370">
                <a:moveTo>
                  <a:pt x="5482" y="0"/>
                </a:moveTo>
                <a:lnTo>
                  <a:pt x="0" y="56191"/>
                </a:lnTo>
                <a:lnTo>
                  <a:pt x="144451" y="35907"/>
                </a:lnTo>
                <a:lnTo>
                  <a:pt x="146370" y="274"/>
                </a:lnTo>
                <a:close/>
              </a:path>
            </a:pathLst>
          </a:custGeom>
          <a:gradFill>
            <a:gsLst>
              <a:gs pos="0">
                <a:schemeClr val="accent3"/>
              </a:gs>
              <a:gs pos="35000">
                <a:schemeClr val="accent3"/>
              </a:gs>
              <a:gs pos="100000">
                <a:schemeClr val="accent1"/>
              </a:gs>
            </a:gsLst>
            <a:lin ang="8099331" scaled="0"/>
          </a:gradFill>
          <a:ln>
            <a:noFill/>
          </a:ln>
        </p:spPr>
      </p:sp>
      <p:sp>
        <p:nvSpPr>
          <p:cNvPr id="419" name="Google Shape;419;p20"/>
          <p:cNvSpPr txBox="1"/>
          <p:nvPr>
            <p:ph type="title"/>
          </p:nvPr>
        </p:nvSpPr>
        <p:spPr>
          <a:xfrm>
            <a:off x="115025" y="502775"/>
            <a:ext cx="58290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420" name="Google Shape;420;p20"/>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421" name="Google Shape;421;p20"/>
          <p:cNvSpPr txBox="1"/>
          <p:nvPr>
            <p:ph idx="3" type="title"/>
          </p:nvPr>
        </p:nvSpPr>
        <p:spPr>
          <a:xfrm>
            <a:off x="2117950"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22" name="Google Shape;422;p20"/>
          <p:cNvSpPr txBox="1"/>
          <p:nvPr>
            <p:ph idx="4" type="title"/>
          </p:nvPr>
        </p:nvSpPr>
        <p:spPr>
          <a:xfrm>
            <a:off x="3987300"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23" name="Google Shape;423;p20"/>
          <p:cNvSpPr txBox="1"/>
          <p:nvPr>
            <p:ph idx="5" type="title"/>
          </p:nvPr>
        </p:nvSpPr>
        <p:spPr>
          <a:xfrm>
            <a:off x="389050"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24" name="Google Shape;424;p20"/>
          <p:cNvSpPr txBox="1"/>
          <p:nvPr>
            <p:ph idx="6" type="title"/>
          </p:nvPr>
        </p:nvSpPr>
        <p:spPr>
          <a:xfrm>
            <a:off x="5858938"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25" name="Google Shape;425;p20"/>
          <p:cNvSpPr txBox="1"/>
          <p:nvPr>
            <p:ph idx="7" type="title"/>
          </p:nvPr>
        </p:nvSpPr>
        <p:spPr>
          <a:xfrm>
            <a:off x="7730563" y="1797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26" name="Google Shape;426;p20"/>
          <p:cNvSpPr txBox="1"/>
          <p:nvPr>
            <p:ph idx="1" type="body"/>
          </p:nvPr>
        </p:nvSpPr>
        <p:spPr>
          <a:xfrm>
            <a:off x="148300" y="2960850"/>
            <a:ext cx="13746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27" name="Google Shape;427;p20"/>
          <p:cNvSpPr txBox="1"/>
          <p:nvPr>
            <p:ph idx="8" type="body"/>
          </p:nvPr>
        </p:nvSpPr>
        <p:spPr>
          <a:xfrm>
            <a:off x="3601450" y="2960850"/>
            <a:ext cx="15795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28" name="Google Shape;428;p20"/>
          <p:cNvSpPr txBox="1"/>
          <p:nvPr>
            <p:ph idx="9" type="body"/>
          </p:nvPr>
        </p:nvSpPr>
        <p:spPr>
          <a:xfrm>
            <a:off x="5565675" y="2960850"/>
            <a:ext cx="14877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29" name="Google Shape;429;p20"/>
          <p:cNvSpPr txBox="1"/>
          <p:nvPr>
            <p:ph idx="13" type="body"/>
          </p:nvPr>
        </p:nvSpPr>
        <p:spPr>
          <a:xfrm>
            <a:off x="7346300" y="3194850"/>
            <a:ext cx="1649400" cy="14397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1pPr>
            <a:lvl2pPr indent="-292100" lvl="1" marL="9144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2pPr>
            <a:lvl3pPr indent="-292100" lvl="2" marL="13716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3pPr>
            <a:lvl4pPr indent="-292100" lvl="3" marL="18288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4pPr>
            <a:lvl5pPr indent="-292100" lvl="4" marL="22860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5pPr>
            <a:lvl6pPr indent="-292100" lvl="5" marL="27432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6pPr>
            <a:lvl7pPr indent="-292100" lvl="6" marL="32004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7pPr>
            <a:lvl8pPr indent="-292100" lvl="7" marL="36576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8pPr>
            <a:lvl9pPr indent="-292100" lvl="8" marL="41148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9pPr>
          </a:lstStyle>
          <a:p/>
        </p:txBody>
      </p:sp>
      <p:sp>
        <p:nvSpPr>
          <p:cNvPr id="430" name="Google Shape;430;p20"/>
          <p:cNvSpPr txBox="1"/>
          <p:nvPr>
            <p:ph idx="14" type="body"/>
          </p:nvPr>
        </p:nvSpPr>
        <p:spPr>
          <a:xfrm>
            <a:off x="1842125" y="2960850"/>
            <a:ext cx="13746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31" name="Google Shape;431;p20"/>
          <p:cNvSpPr txBox="1"/>
          <p:nvPr>
            <p:ph idx="15"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4">
  <p:cSld name="BLANK_1_1_1_1_1_1_1_1_1_1_2_1">
    <p:spTree>
      <p:nvGrpSpPr>
        <p:cNvPr id="432" name="Shape 432"/>
        <p:cNvGrpSpPr/>
        <p:nvPr/>
      </p:nvGrpSpPr>
      <p:grpSpPr>
        <a:xfrm>
          <a:off x="0" y="0"/>
          <a:ext cx="0" cy="0"/>
          <a:chOff x="0" y="0"/>
          <a:chExt cx="0" cy="0"/>
        </a:xfrm>
      </p:grpSpPr>
      <p:grpSp>
        <p:nvGrpSpPr>
          <p:cNvPr id="433" name="Google Shape;433;p21"/>
          <p:cNvGrpSpPr/>
          <p:nvPr/>
        </p:nvGrpSpPr>
        <p:grpSpPr>
          <a:xfrm flipH="1">
            <a:off x="3199575" y="156175"/>
            <a:ext cx="1851000" cy="1225325"/>
            <a:chOff x="461225" y="3875100"/>
            <a:chExt cx="1851000" cy="1225325"/>
          </a:xfrm>
        </p:grpSpPr>
        <p:grpSp>
          <p:nvGrpSpPr>
            <p:cNvPr id="434" name="Google Shape;434;p21"/>
            <p:cNvGrpSpPr/>
            <p:nvPr/>
          </p:nvGrpSpPr>
          <p:grpSpPr>
            <a:xfrm>
              <a:off x="461225" y="3875100"/>
              <a:ext cx="1851000" cy="114600"/>
              <a:chOff x="461225" y="3504775"/>
              <a:chExt cx="1851000" cy="114600"/>
            </a:xfrm>
          </p:grpSpPr>
          <p:sp>
            <p:nvSpPr>
              <p:cNvPr id="435" name="Google Shape;435;p21"/>
              <p:cNvSpPr/>
              <p:nvPr/>
            </p:nvSpPr>
            <p:spPr>
              <a:xfrm>
                <a:off x="4612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36" name="Google Shape;436;p21"/>
              <p:cNvSpPr/>
              <p:nvPr/>
            </p:nvSpPr>
            <p:spPr>
              <a:xfrm>
                <a:off x="8314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37" name="Google Shape;437;p21"/>
              <p:cNvSpPr/>
              <p:nvPr/>
            </p:nvSpPr>
            <p:spPr>
              <a:xfrm>
                <a:off x="12016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38" name="Google Shape;438;p21"/>
              <p:cNvSpPr/>
              <p:nvPr/>
            </p:nvSpPr>
            <p:spPr>
              <a:xfrm>
                <a:off x="15718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39" name="Google Shape;439;p21"/>
              <p:cNvSpPr/>
              <p:nvPr/>
            </p:nvSpPr>
            <p:spPr>
              <a:xfrm>
                <a:off x="19420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40" name="Google Shape;440;p21"/>
            <p:cNvGrpSpPr/>
            <p:nvPr/>
          </p:nvGrpSpPr>
          <p:grpSpPr>
            <a:xfrm>
              <a:off x="461225" y="3989700"/>
              <a:ext cx="1480800" cy="1110725"/>
              <a:chOff x="461225" y="3249175"/>
              <a:chExt cx="1480800" cy="1110725"/>
            </a:xfrm>
          </p:grpSpPr>
          <p:sp>
            <p:nvSpPr>
              <p:cNvPr id="441" name="Google Shape;441;p21"/>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2" name="Google Shape;442;p21"/>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3" name="Google Shape;443;p21"/>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4" name="Google Shape;444;p21"/>
              <p:cNvSpPr/>
              <p:nvPr/>
            </p:nvSpPr>
            <p:spPr>
              <a:xfrm>
                <a:off x="1201625" y="3989700"/>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45" name="Google Shape;445;p21"/>
            <p:cNvGrpSpPr/>
            <p:nvPr/>
          </p:nvGrpSpPr>
          <p:grpSpPr>
            <a:xfrm>
              <a:off x="831425" y="4360025"/>
              <a:ext cx="1480800" cy="370200"/>
              <a:chOff x="831425" y="3249175"/>
              <a:chExt cx="1480800" cy="370200"/>
            </a:xfrm>
          </p:grpSpPr>
          <p:sp>
            <p:nvSpPr>
              <p:cNvPr id="446" name="Google Shape;446;p21"/>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7" name="Google Shape;447;p21"/>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8" name="Google Shape;448;p21"/>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9" name="Google Shape;449;p21"/>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450" name="Google Shape;450;p21"/>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451" name="Google Shape;451;p21"/>
          <p:cNvSpPr/>
          <p:nvPr/>
        </p:nvSpPr>
        <p:spPr>
          <a:xfrm>
            <a:off x="5023375" y="3994875"/>
            <a:ext cx="3941541" cy="1148616"/>
          </a:xfrm>
          <a:custGeom>
            <a:rect b="b" l="l" r="r" t="t"/>
            <a:pathLst>
              <a:path extrusionOk="0" h="47273" w="109754">
                <a:moveTo>
                  <a:pt x="93188" y="0"/>
                </a:moveTo>
                <a:lnTo>
                  <a:pt x="91918" y="29"/>
                </a:lnTo>
                <a:lnTo>
                  <a:pt x="90619" y="87"/>
                </a:lnTo>
                <a:lnTo>
                  <a:pt x="89292" y="144"/>
                </a:lnTo>
                <a:lnTo>
                  <a:pt x="87906" y="260"/>
                </a:lnTo>
                <a:lnTo>
                  <a:pt x="86521" y="404"/>
                </a:lnTo>
                <a:lnTo>
                  <a:pt x="85107" y="606"/>
                </a:lnTo>
                <a:lnTo>
                  <a:pt x="83664" y="808"/>
                </a:lnTo>
                <a:lnTo>
                  <a:pt x="82163" y="1039"/>
                </a:lnTo>
                <a:lnTo>
                  <a:pt x="80663" y="1328"/>
                </a:lnTo>
                <a:lnTo>
                  <a:pt x="79162" y="1616"/>
                </a:lnTo>
                <a:lnTo>
                  <a:pt x="77604" y="1963"/>
                </a:lnTo>
                <a:lnTo>
                  <a:pt x="76045" y="2309"/>
                </a:lnTo>
                <a:lnTo>
                  <a:pt x="74458" y="2713"/>
                </a:lnTo>
                <a:lnTo>
                  <a:pt x="72842" y="3146"/>
                </a:lnTo>
                <a:lnTo>
                  <a:pt x="71226" y="3579"/>
                </a:lnTo>
                <a:lnTo>
                  <a:pt x="69581" y="4069"/>
                </a:lnTo>
                <a:lnTo>
                  <a:pt x="67907" y="4560"/>
                </a:lnTo>
                <a:lnTo>
                  <a:pt x="66233" y="5108"/>
                </a:lnTo>
                <a:lnTo>
                  <a:pt x="64559" y="5657"/>
                </a:lnTo>
                <a:lnTo>
                  <a:pt x="62856" y="6263"/>
                </a:lnTo>
                <a:lnTo>
                  <a:pt x="61154" y="6869"/>
                </a:lnTo>
                <a:lnTo>
                  <a:pt x="59422" y="7504"/>
                </a:lnTo>
                <a:lnTo>
                  <a:pt x="57690" y="8167"/>
                </a:lnTo>
                <a:lnTo>
                  <a:pt x="55959" y="8860"/>
                </a:lnTo>
                <a:lnTo>
                  <a:pt x="54227" y="9582"/>
                </a:lnTo>
                <a:lnTo>
                  <a:pt x="52467" y="10332"/>
                </a:lnTo>
                <a:lnTo>
                  <a:pt x="50735" y="11082"/>
                </a:lnTo>
                <a:lnTo>
                  <a:pt x="48975" y="11890"/>
                </a:lnTo>
                <a:lnTo>
                  <a:pt x="47214" y="12698"/>
                </a:lnTo>
                <a:lnTo>
                  <a:pt x="45454" y="13535"/>
                </a:lnTo>
                <a:lnTo>
                  <a:pt x="43694" y="14401"/>
                </a:lnTo>
                <a:lnTo>
                  <a:pt x="41933" y="15296"/>
                </a:lnTo>
                <a:lnTo>
                  <a:pt x="40230" y="16190"/>
                </a:lnTo>
                <a:lnTo>
                  <a:pt x="38528" y="17085"/>
                </a:lnTo>
                <a:lnTo>
                  <a:pt x="36825" y="18009"/>
                </a:lnTo>
                <a:lnTo>
                  <a:pt x="35122" y="18961"/>
                </a:lnTo>
                <a:lnTo>
                  <a:pt x="33477" y="19913"/>
                </a:lnTo>
                <a:lnTo>
                  <a:pt x="31832" y="20895"/>
                </a:lnTo>
                <a:lnTo>
                  <a:pt x="30187" y="21876"/>
                </a:lnTo>
                <a:lnTo>
                  <a:pt x="28600" y="22857"/>
                </a:lnTo>
                <a:lnTo>
                  <a:pt x="27013" y="23867"/>
                </a:lnTo>
                <a:lnTo>
                  <a:pt x="25454" y="24877"/>
                </a:lnTo>
                <a:lnTo>
                  <a:pt x="23925" y="25887"/>
                </a:lnTo>
                <a:lnTo>
                  <a:pt x="22395" y="26926"/>
                </a:lnTo>
                <a:lnTo>
                  <a:pt x="20923" y="27965"/>
                </a:lnTo>
                <a:lnTo>
                  <a:pt x="19480" y="29004"/>
                </a:lnTo>
                <a:lnTo>
                  <a:pt x="18037" y="30072"/>
                </a:lnTo>
                <a:lnTo>
                  <a:pt x="16652" y="31111"/>
                </a:lnTo>
                <a:lnTo>
                  <a:pt x="15354" y="32150"/>
                </a:lnTo>
                <a:lnTo>
                  <a:pt x="14084" y="33160"/>
                </a:lnTo>
                <a:lnTo>
                  <a:pt x="12843" y="34199"/>
                </a:lnTo>
                <a:lnTo>
                  <a:pt x="11631" y="35209"/>
                </a:lnTo>
                <a:lnTo>
                  <a:pt x="10447" y="36248"/>
                </a:lnTo>
                <a:lnTo>
                  <a:pt x="9293" y="37258"/>
                </a:lnTo>
                <a:lnTo>
                  <a:pt x="8196" y="38297"/>
                </a:lnTo>
                <a:lnTo>
                  <a:pt x="7129" y="39307"/>
                </a:lnTo>
                <a:lnTo>
                  <a:pt x="6090" y="40317"/>
                </a:lnTo>
                <a:lnTo>
                  <a:pt x="5108" y="41327"/>
                </a:lnTo>
                <a:lnTo>
                  <a:pt x="4156" y="42337"/>
                </a:lnTo>
                <a:lnTo>
                  <a:pt x="3233" y="43347"/>
                </a:lnTo>
                <a:lnTo>
                  <a:pt x="2367" y="44357"/>
                </a:lnTo>
                <a:lnTo>
                  <a:pt x="1530" y="45339"/>
                </a:lnTo>
                <a:lnTo>
                  <a:pt x="751" y="46320"/>
                </a:lnTo>
                <a:lnTo>
                  <a:pt x="0" y="47272"/>
                </a:lnTo>
                <a:lnTo>
                  <a:pt x="76016" y="47272"/>
                </a:lnTo>
                <a:lnTo>
                  <a:pt x="78152" y="45916"/>
                </a:lnTo>
                <a:lnTo>
                  <a:pt x="80230" y="44531"/>
                </a:lnTo>
                <a:lnTo>
                  <a:pt x="82250" y="43145"/>
                </a:lnTo>
                <a:lnTo>
                  <a:pt x="84241" y="41731"/>
                </a:lnTo>
                <a:lnTo>
                  <a:pt x="86146" y="40317"/>
                </a:lnTo>
                <a:lnTo>
                  <a:pt x="88022" y="38903"/>
                </a:lnTo>
                <a:lnTo>
                  <a:pt x="89840" y="37460"/>
                </a:lnTo>
                <a:lnTo>
                  <a:pt x="91572" y="36046"/>
                </a:lnTo>
                <a:lnTo>
                  <a:pt x="93245" y="34603"/>
                </a:lnTo>
                <a:lnTo>
                  <a:pt x="94862" y="33160"/>
                </a:lnTo>
                <a:lnTo>
                  <a:pt x="96420" y="31717"/>
                </a:lnTo>
                <a:lnTo>
                  <a:pt x="97892" y="30303"/>
                </a:lnTo>
                <a:lnTo>
                  <a:pt x="99277" y="28860"/>
                </a:lnTo>
                <a:lnTo>
                  <a:pt x="100605" y="27446"/>
                </a:lnTo>
                <a:lnTo>
                  <a:pt x="101846" y="26060"/>
                </a:lnTo>
                <a:lnTo>
                  <a:pt x="103000" y="24646"/>
                </a:lnTo>
                <a:lnTo>
                  <a:pt x="104068" y="23290"/>
                </a:lnTo>
                <a:lnTo>
                  <a:pt x="105049" y="21934"/>
                </a:lnTo>
                <a:lnTo>
                  <a:pt x="105944" y="20606"/>
                </a:lnTo>
                <a:lnTo>
                  <a:pt x="106752" y="19307"/>
                </a:lnTo>
                <a:lnTo>
                  <a:pt x="107444" y="18037"/>
                </a:lnTo>
                <a:lnTo>
                  <a:pt x="107791" y="17431"/>
                </a:lnTo>
                <a:lnTo>
                  <a:pt x="108079" y="16796"/>
                </a:lnTo>
                <a:lnTo>
                  <a:pt x="108339" y="16190"/>
                </a:lnTo>
                <a:lnTo>
                  <a:pt x="108599" y="15584"/>
                </a:lnTo>
                <a:lnTo>
                  <a:pt x="108830" y="15007"/>
                </a:lnTo>
                <a:lnTo>
                  <a:pt x="109032" y="14401"/>
                </a:lnTo>
                <a:lnTo>
                  <a:pt x="109205" y="13824"/>
                </a:lnTo>
                <a:lnTo>
                  <a:pt x="109349" y="13218"/>
                </a:lnTo>
                <a:lnTo>
                  <a:pt x="109493" y="12670"/>
                </a:lnTo>
                <a:lnTo>
                  <a:pt x="109609" y="12092"/>
                </a:lnTo>
                <a:lnTo>
                  <a:pt x="109667" y="11544"/>
                </a:lnTo>
                <a:lnTo>
                  <a:pt x="109724" y="10996"/>
                </a:lnTo>
                <a:lnTo>
                  <a:pt x="109753" y="10447"/>
                </a:lnTo>
                <a:lnTo>
                  <a:pt x="109753" y="9928"/>
                </a:lnTo>
                <a:lnTo>
                  <a:pt x="109753" y="9437"/>
                </a:lnTo>
                <a:lnTo>
                  <a:pt x="109695" y="8918"/>
                </a:lnTo>
                <a:lnTo>
                  <a:pt x="109609" y="8427"/>
                </a:lnTo>
                <a:lnTo>
                  <a:pt x="109522" y="7965"/>
                </a:lnTo>
                <a:lnTo>
                  <a:pt x="109378" y="7504"/>
                </a:lnTo>
                <a:lnTo>
                  <a:pt x="109234" y="7042"/>
                </a:lnTo>
                <a:lnTo>
                  <a:pt x="109060" y="6609"/>
                </a:lnTo>
                <a:lnTo>
                  <a:pt x="108858" y="6176"/>
                </a:lnTo>
                <a:lnTo>
                  <a:pt x="108656" y="5801"/>
                </a:lnTo>
                <a:lnTo>
                  <a:pt x="108426" y="5426"/>
                </a:lnTo>
                <a:lnTo>
                  <a:pt x="108195" y="5079"/>
                </a:lnTo>
                <a:lnTo>
                  <a:pt x="107935" y="4733"/>
                </a:lnTo>
                <a:lnTo>
                  <a:pt x="107646" y="4416"/>
                </a:lnTo>
                <a:lnTo>
                  <a:pt x="107358" y="4098"/>
                </a:lnTo>
                <a:lnTo>
                  <a:pt x="107011" y="3810"/>
                </a:lnTo>
                <a:lnTo>
                  <a:pt x="106694" y="3492"/>
                </a:lnTo>
                <a:lnTo>
                  <a:pt x="106319" y="3232"/>
                </a:lnTo>
                <a:lnTo>
                  <a:pt x="105944" y="2944"/>
                </a:lnTo>
                <a:lnTo>
                  <a:pt x="105568" y="2684"/>
                </a:lnTo>
                <a:lnTo>
                  <a:pt x="105164" y="2453"/>
                </a:lnTo>
                <a:lnTo>
                  <a:pt x="104732" y="2222"/>
                </a:lnTo>
                <a:lnTo>
                  <a:pt x="104270" y="1991"/>
                </a:lnTo>
                <a:lnTo>
                  <a:pt x="103808" y="1789"/>
                </a:lnTo>
                <a:lnTo>
                  <a:pt x="103317" y="1587"/>
                </a:lnTo>
                <a:lnTo>
                  <a:pt x="102307" y="1212"/>
                </a:lnTo>
                <a:lnTo>
                  <a:pt x="101211" y="895"/>
                </a:lnTo>
                <a:lnTo>
                  <a:pt x="100027" y="635"/>
                </a:lnTo>
                <a:lnTo>
                  <a:pt x="98815" y="404"/>
                </a:lnTo>
                <a:lnTo>
                  <a:pt x="97517" y="231"/>
                </a:lnTo>
                <a:lnTo>
                  <a:pt x="96131" y="116"/>
                </a:lnTo>
                <a:lnTo>
                  <a:pt x="94688" y="29"/>
                </a:lnTo>
                <a:lnTo>
                  <a:pt x="93188" y="0"/>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lt1"/>
              </a:solidFill>
              <a:latin typeface="Sora"/>
              <a:ea typeface="Sora"/>
              <a:cs typeface="Sora"/>
              <a:sym typeface="Sora"/>
            </a:endParaRPr>
          </a:p>
        </p:txBody>
      </p:sp>
      <p:sp>
        <p:nvSpPr>
          <p:cNvPr id="452" name="Google Shape;452;p21"/>
          <p:cNvSpPr/>
          <p:nvPr/>
        </p:nvSpPr>
        <p:spPr>
          <a:xfrm rot="5400000">
            <a:off x="6364434" y="2363929"/>
            <a:ext cx="912991" cy="4646142"/>
          </a:xfrm>
          <a:custGeom>
            <a:rect b="b" l="l" r="r" t="t"/>
            <a:pathLst>
              <a:path extrusionOk="0" fill="none" h="93762" w="39886">
                <a:moveTo>
                  <a:pt x="39886" y="0"/>
                </a:moveTo>
                <a:lnTo>
                  <a:pt x="7330" y="0"/>
                </a:lnTo>
                <a:lnTo>
                  <a:pt x="7330" y="0"/>
                </a:lnTo>
                <a:lnTo>
                  <a:pt x="6362" y="3051"/>
                </a:lnTo>
                <a:lnTo>
                  <a:pt x="5470" y="6176"/>
                </a:lnTo>
                <a:lnTo>
                  <a:pt x="4614" y="9413"/>
                </a:lnTo>
                <a:lnTo>
                  <a:pt x="3832" y="12725"/>
                </a:lnTo>
                <a:lnTo>
                  <a:pt x="3088" y="16148"/>
                </a:lnTo>
                <a:lnTo>
                  <a:pt x="2456" y="19608"/>
                </a:lnTo>
                <a:lnTo>
                  <a:pt x="1860" y="23143"/>
                </a:lnTo>
                <a:lnTo>
                  <a:pt x="1340" y="26715"/>
                </a:lnTo>
                <a:lnTo>
                  <a:pt x="1340" y="26715"/>
                </a:lnTo>
                <a:lnTo>
                  <a:pt x="930" y="29989"/>
                </a:lnTo>
                <a:lnTo>
                  <a:pt x="633" y="33263"/>
                </a:lnTo>
                <a:lnTo>
                  <a:pt x="372" y="36463"/>
                </a:lnTo>
                <a:lnTo>
                  <a:pt x="186" y="39625"/>
                </a:lnTo>
                <a:lnTo>
                  <a:pt x="37" y="42714"/>
                </a:lnTo>
                <a:lnTo>
                  <a:pt x="0" y="45802"/>
                </a:lnTo>
                <a:lnTo>
                  <a:pt x="0" y="48778"/>
                </a:lnTo>
                <a:lnTo>
                  <a:pt x="112" y="51755"/>
                </a:lnTo>
                <a:lnTo>
                  <a:pt x="223" y="54620"/>
                </a:lnTo>
                <a:lnTo>
                  <a:pt x="447" y="57448"/>
                </a:lnTo>
                <a:lnTo>
                  <a:pt x="707" y="60201"/>
                </a:lnTo>
                <a:lnTo>
                  <a:pt x="1042" y="62843"/>
                </a:lnTo>
                <a:lnTo>
                  <a:pt x="1414" y="65447"/>
                </a:lnTo>
                <a:lnTo>
                  <a:pt x="1860" y="67940"/>
                </a:lnTo>
                <a:lnTo>
                  <a:pt x="2381" y="70358"/>
                </a:lnTo>
                <a:lnTo>
                  <a:pt x="2939" y="72665"/>
                </a:lnTo>
                <a:lnTo>
                  <a:pt x="3535" y="74898"/>
                </a:lnTo>
                <a:lnTo>
                  <a:pt x="4204" y="77018"/>
                </a:lnTo>
                <a:lnTo>
                  <a:pt x="4949" y="79028"/>
                </a:lnTo>
                <a:lnTo>
                  <a:pt x="5321" y="79995"/>
                </a:lnTo>
                <a:lnTo>
                  <a:pt x="5693" y="80925"/>
                </a:lnTo>
                <a:lnTo>
                  <a:pt x="6102" y="81855"/>
                </a:lnTo>
                <a:lnTo>
                  <a:pt x="6549" y="82748"/>
                </a:lnTo>
                <a:lnTo>
                  <a:pt x="6958" y="83567"/>
                </a:lnTo>
                <a:lnTo>
                  <a:pt x="7404" y="84385"/>
                </a:lnTo>
                <a:lnTo>
                  <a:pt x="7851" y="85204"/>
                </a:lnTo>
                <a:lnTo>
                  <a:pt x="8334" y="85948"/>
                </a:lnTo>
                <a:lnTo>
                  <a:pt x="8818" y="86692"/>
                </a:lnTo>
                <a:lnTo>
                  <a:pt x="9302" y="87362"/>
                </a:lnTo>
                <a:lnTo>
                  <a:pt x="9786" y="88032"/>
                </a:lnTo>
                <a:lnTo>
                  <a:pt x="10306" y="88664"/>
                </a:lnTo>
                <a:lnTo>
                  <a:pt x="10827" y="89259"/>
                </a:lnTo>
                <a:lnTo>
                  <a:pt x="11385" y="89818"/>
                </a:lnTo>
                <a:lnTo>
                  <a:pt x="11906" y="90338"/>
                </a:lnTo>
                <a:lnTo>
                  <a:pt x="12464" y="90822"/>
                </a:lnTo>
                <a:lnTo>
                  <a:pt x="13060" y="91306"/>
                </a:lnTo>
                <a:lnTo>
                  <a:pt x="13618" y="91715"/>
                </a:lnTo>
                <a:lnTo>
                  <a:pt x="14213" y="92087"/>
                </a:lnTo>
                <a:lnTo>
                  <a:pt x="14808" y="92422"/>
                </a:lnTo>
                <a:lnTo>
                  <a:pt x="15404" y="92757"/>
                </a:lnTo>
                <a:lnTo>
                  <a:pt x="16036" y="93017"/>
                </a:lnTo>
                <a:lnTo>
                  <a:pt x="16669" y="93241"/>
                </a:lnTo>
                <a:lnTo>
                  <a:pt x="17301" y="93427"/>
                </a:lnTo>
                <a:lnTo>
                  <a:pt x="17971" y="93575"/>
                </a:lnTo>
                <a:lnTo>
                  <a:pt x="18604" y="93687"/>
                </a:lnTo>
                <a:lnTo>
                  <a:pt x="18604" y="93687"/>
                </a:lnTo>
                <a:lnTo>
                  <a:pt x="19311" y="93762"/>
                </a:lnTo>
                <a:lnTo>
                  <a:pt x="20017" y="93762"/>
                </a:lnTo>
                <a:lnTo>
                  <a:pt x="20017" y="93762"/>
                </a:lnTo>
                <a:lnTo>
                  <a:pt x="20650" y="93762"/>
                </a:lnTo>
                <a:lnTo>
                  <a:pt x="21320" y="93687"/>
                </a:lnTo>
                <a:lnTo>
                  <a:pt x="21952" y="93613"/>
                </a:lnTo>
                <a:lnTo>
                  <a:pt x="22622" y="93464"/>
                </a:lnTo>
                <a:lnTo>
                  <a:pt x="23254" y="93315"/>
                </a:lnTo>
                <a:lnTo>
                  <a:pt x="23924" y="93092"/>
                </a:lnTo>
                <a:lnTo>
                  <a:pt x="24557" y="92831"/>
                </a:lnTo>
                <a:lnTo>
                  <a:pt x="25189" y="92571"/>
                </a:lnTo>
                <a:lnTo>
                  <a:pt x="25859" y="92236"/>
                </a:lnTo>
                <a:lnTo>
                  <a:pt x="26491" y="91901"/>
                </a:lnTo>
                <a:lnTo>
                  <a:pt x="27124" y="91529"/>
                </a:lnTo>
                <a:lnTo>
                  <a:pt x="27794" y="91083"/>
                </a:lnTo>
                <a:lnTo>
                  <a:pt x="28426" y="90636"/>
                </a:lnTo>
                <a:lnTo>
                  <a:pt x="29059" y="90152"/>
                </a:lnTo>
                <a:lnTo>
                  <a:pt x="29691" y="89632"/>
                </a:lnTo>
                <a:lnTo>
                  <a:pt x="30324" y="89073"/>
                </a:lnTo>
                <a:lnTo>
                  <a:pt x="30956" y="88515"/>
                </a:lnTo>
                <a:lnTo>
                  <a:pt x="31589" y="87883"/>
                </a:lnTo>
                <a:lnTo>
                  <a:pt x="32221" y="87250"/>
                </a:lnTo>
                <a:lnTo>
                  <a:pt x="32817" y="86581"/>
                </a:lnTo>
                <a:lnTo>
                  <a:pt x="33449" y="85874"/>
                </a:lnTo>
                <a:lnTo>
                  <a:pt x="34045" y="85129"/>
                </a:lnTo>
                <a:lnTo>
                  <a:pt x="35272" y="83567"/>
                </a:lnTo>
                <a:lnTo>
                  <a:pt x="36463" y="81892"/>
                </a:lnTo>
                <a:lnTo>
                  <a:pt x="37616" y="80107"/>
                </a:lnTo>
                <a:lnTo>
                  <a:pt x="38770" y="78209"/>
                </a:lnTo>
                <a:lnTo>
                  <a:pt x="39886" y="76200"/>
                </a:lnTo>
                <a:lnTo>
                  <a:pt x="39886" y="0"/>
                </a:lnTo>
                <a:lnTo>
                  <a:pt x="39886"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453" name="Google Shape;453;p21"/>
          <p:cNvSpPr txBox="1"/>
          <p:nvPr>
            <p:ph idx="2" type="title"/>
          </p:nvPr>
        </p:nvSpPr>
        <p:spPr>
          <a:xfrm>
            <a:off x="115025" y="502775"/>
            <a:ext cx="39417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454" name="Google Shape;454;p21"/>
          <p:cNvSpPr/>
          <p:nvPr/>
        </p:nvSpPr>
        <p:spPr>
          <a:xfrm>
            <a:off x="1643225" y="-725"/>
            <a:ext cx="5761425" cy="711800"/>
          </a:xfrm>
          <a:custGeom>
            <a:rect b="b" l="l" r="r" t="t"/>
            <a:pathLst>
              <a:path extrusionOk="0" h="28472" w="230457">
                <a:moveTo>
                  <a:pt x="0" y="0"/>
                </a:moveTo>
                <a:lnTo>
                  <a:pt x="230457" y="28472"/>
                </a:lnTo>
                <a:lnTo>
                  <a:pt x="220381" y="20"/>
                </a:lnTo>
                <a:close/>
              </a:path>
            </a:pathLst>
          </a:custGeom>
          <a:solidFill>
            <a:schemeClr val="lt1"/>
          </a:solidFill>
          <a:ln>
            <a:noFill/>
          </a:ln>
        </p:spPr>
      </p:sp>
      <p:sp>
        <p:nvSpPr>
          <p:cNvPr id="455" name="Google Shape;455;p21"/>
          <p:cNvSpPr/>
          <p:nvPr/>
        </p:nvSpPr>
        <p:spPr>
          <a:xfrm>
            <a:off x="7140700" y="-1350"/>
            <a:ext cx="2003375" cy="714225"/>
          </a:xfrm>
          <a:custGeom>
            <a:rect b="b" l="l" r="r" t="t"/>
            <a:pathLst>
              <a:path extrusionOk="0" h="28569" w="80135">
                <a:moveTo>
                  <a:pt x="10558" y="28569"/>
                </a:moveTo>
                <a:lnTo>
                  <a:pt x="67491" y="18220"/>
                </a:lnTo>
                <a:lnTo>
                  <a:pt x="80135" y="0"/>
                </a:lnTo>
                <a:lnTo>
                  <a:pt x="0" y="45"/>
                </a:lnTo>
                <a:close/>
              </a:path>
            </a:pathLst>
          </a:custGeom>
          <a:gradFill>
            <a:gsLst>
              <a:gs pos="0">
                <a:schemeClr val="accent2"/>
              </a:gs>
              <a:gs pos="21000">
                <a:schemeClr val="lt2"/>
              </a:gs>
              <a:gs pos="49000">
                <a:schemeClr val="accent1"/>
              </a:gs>
              <a:gs pos="75000">
                <a:schemeClr val="accent3"/>
              </a:gs>
              <a:gs pos="100000">
                <a:schemeClr val="accent4"/>
              </a:gs>
            </a:gsLst>
            <a:lin ang="0" scaled="0"/>
          </a:gradFill>
          <a:ln>
            <a:noFill/>
          </a:ln>
          <a:effectLst>
            <a:outerShdw blurRad="314325" rotWithShape="0" algn="bl" dir="5400000" dist="28575">
              <a:schemeClr val="accent4">
                <a:alpha val="24000"/>
              </a:schemeClr>
            </a:outerShdw>
          </a:effectLst>
        </p:spPr>
      </p:sp>
      <p:sp>
        <p:nvSpPr>
          <p:cNvPr id="456" name="Google Shape;456;p21"/>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orient="horz" pos="317">
          <p15:clr>
            <a:srgbClr val="E46962"/>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eps">
  <p:cSld name="BLANK_1_1_1_1_1_1_1_1_1_1_2_1_1">
    <p:spTree>
      <p:nvGrpSpPr>
        <p:cNvPr id="457" name="Shape 457"/>
        <p:cNvGrpSpPr/>
        <p:nvPr/>
      </p:nvGrpSpPr>
      <p:grpSpPr>
        <a:xfrm>
          <a:off x="0" y="0"/>
          <a:ext cx="0" cy="0"/>
          <a:chOff x="0" y="0"/>
          <a:chExt cx="0" cy="0"/>
        </a:xfrm>
      </p:grpSpPr>
      <p:grpSp>
        <p:nvGrpSpPr>
          <p:cNvPr id="458" name="Google Shape;458;p22"/>
          <p:cNvGrpSpPr/>
          <p:nvPr/>
        </p:nvGrpSpPr>
        <p:grpSpPr>
          <a:xfrm flipH="1">
            <a:off x="3199575" y="156175"/>
            <a:ext cx="1851000" cy="1225325"/>
            <a:chOff x="461225" y="3875100"/>
            <a:chExt cx="1851000" cy="1225325"/>
          </a:xfrm>
        </p:grpSpPr>
        <p:grpSp>
          <p:nvGrpSpPr>
            <p:cNvPr id="459" name="Google Shape;459;p22"/>
            <p:cNvGrpSpPr/>
            <p:nvPr/>
          </p:nvGrpSpPr>
          <p:grpSpPr>
            <a:xfrm>
              <a:off x="461225" y="3875100"/>
              <a:ext cx="1851000" cy="114600"/>
              <a:chOff x="461225" y="3504775"/>
              <a:chExt cx="1851000" cy="114600"/>
            </a:xfrm>
          </p:grpSpPr>
          <p:sp>
            <p:nvSpPr>
              <p:cNvPr id="460" name="Google Shape;460;p22"/>
              <p:cNvSpPr/>
              <p:nvPr/>
            </p:nvSpPr>
            <p:spPr>
              <a:xfrm>
                <a:off x="4612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1" name="Google Shape;461;p22"/>
              <p:cNvSpPr/>
              <p:nvPr/>
            </p:nvSpPr>
            <p:spPr>
              <a:xfrm>
                <a:off x="8314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2" name="Google Shape;462;p22"/>
              <p:cNvSpPr/>
              <p:nvPr/>
            </p:nvSpPr>
            <p:spPr>
              <a:xfrm>
                <a:off x="12016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3" name="Google Shape;463;p22"/>
              <p:cNvSpPr/>
              <p:nvPr/>
            </p:nvSpPr>
            <p:spPr>
              <a:xfrm>
                <a:off x="15718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4" name="Google Shape;464;p22"/>
              <p:cNvSpPr/>
              <p:nvPr/>
            </p:nvSpPr>
            <p:spPr>
              <a:xfrm>
                <a:off x="19420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65" name="Google Shape;465;p22"/>
            <p:cNvGrpSpPr/>
            <p:nvPr/>
          </p:nvGrpSpPr>
          <p:grpSpPr>
            <a:xfrm>
              <a:off x="461225" y="3989700"/>
              <a:ext cx="1480800" cy="1110725"/>
              <a:chOff x="461225" y="3249175"/>
              <a:chExt cx="1480800" cy="1110725"/>
            </a:xfrm>
          </p:grpSpPr>
          <p:sp>
            <p:nvSpPr>
              <p:cNvPr id="466" name="Google Shape;466;p22"/>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7" name="Google Shape;467;p22"/>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8" name="Google Shape;468;p22"/>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9" name="Google Shape;469;p22"/>
              <p:cNvSpPr/>
              <p:nvPr/>
            </p:nvSpPr>
            <p:spPr>
              <a:xfrm>
                <a:off x="1201625" y="3989700"/>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70" name="Google Shape;470;p22"/>
            <p:cNvGrpSpPr/>
            <p:nvPr/>
          </p:nvGrpSpPr>
          <p:grpSpPr>
            <a:xfrm>
              <a:off x="831425" y="4360025"/>
              <a:ext cx="1480800" cy="370200"/>
              <a:chOff x="831425" y="3249175"/>
              <a:chExt cx="1480800" cy="370200"/>
            </a:xfrm>
          </p:grpSpPr>
          <p:sp>
            <p:nvSpPr>
              <p:cNvPr id="471" name="Google Shape;471;p22"/>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72" name="Google Shape;472;p22"/>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73" name="Google Shape;473;p22"/>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74" name="Google Shape;474;p22"/>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475" name="Google Shape;475;p22"/>
          <p:cNvSpPr/>
          <p:nvPr/>
        </p:nvSpPr>
        <p:spPr>
          <a:xfrm>
            <a:off x="5023375" y="3994875"/>
            <a:ext cx="3941541" cy="1148616"/>
          </a:xfrm>
          <a:custGeom>
            <a:rect b="b" l="l" r="r" t="t"/>
            <a:pathLst>
              <a:path extrusionOk="0" h="47273" w="109754">
                <a:moveTo>
                  <a:pt x="93188" y="0"/>
                </a:moveTo>
                <a:lnTo>
                  <a:pt x="91918" y="29"/>
                </a:lnTo>
                <a:lnTo>
                  <a:pt x="90619" y="87"/>
                </a:lnTo>
                <a:lnTo>
                  <a:pt x="89292" y="144"/>
                </a:lnTo>
                <a:lnTo>
                  <a:pt x="87906" y="260"/>
                </a:lnTo>
                <a:lnTo>
                  <a:pt x="86521" y="404"/>
                </a:lnTo>
                <a:lnTo>
                  <a:pt x="85107" y="606"/>
                </a:lnTo>
                <a:lnTo>
                  <a:pt x="83664" y="808"/>
                </a:lnTo>
                <a:lnTo>
                  <a:pt x="82163" y="1039"/>
                </a:lnTo>
                <a:lnTo>
                  <a:pt x="80663" y="1328"/>
                </a:lnTo>
                <a:lnTo>
                  <a:pt x="79162" y="1616"/>
                </a:lnTo>
                <a:lnTo>
                  <a:pt x="77604" y="1963"/>
                </a:lnTo>
                <a:lnTo>
                  <a:pt x="76045" y="2309"/>
                </a:lnTo>
                <a:lnTo>
                  <a:pt x="74458" y="2713"/>
                </a:lnTo>
                <a:lnTo>
                  <a:pt x="72842" y="3146"/>
                </a:lnTo>
                <a:lnTo>
                  <a:pt x="71226" y="3579"/>
                </a:lnTo>
                <a:lnTo>
                  <a:pt x="69581" y="4069"/>
                </a:lnTo>
                <a:lnTo>
                  <a:pt x="67907" y="4560"/>
                </a:lnTo>
                <a:lnTo>
                  <a:pt x="66233" y="5108"/>
                </a:lnTo>
                <a:lnTo>
                  <a:pt x="64559" y="5657"/>
                </a:lnTo>
                <a:lnTo>
                  <a:pt x="62856" y="6263"/>
                </a:lnTo>
                <a:lnTo>
                  <a:pt x="61154" y="6869"/>
                </a:lnTo>
                <a:lnTo>
                  <a:pt x="59422" y="7504"/>
                </a:lnTo>
                <a:lnTo>
                  <a:pt x="57690" y="8167"/>
                </a:lnTo>
                <a:lnTo>
                  <a:pt x="55959" y="8860"/>
                </a:lnTo>
                <a:lnTo>
                  <a:pt x="54227" y="9582"/>
                </a:lnTo>
                <a:lnTo>
                  <a:pt x="52467" y="10332"/>
                </a:lnTo>
                <a:lnTo>
                  <a:pt x="50735" y="11082"/>
                </a:lnTo>
                <a:lnTo>
                  <a:pt x="48975" y="11890"/>
                </a:lnTo>
                <a:lnTo>
                  <a:pt x="47214" y="12698"/>
                </a:lnTo>
                <a:lnTo>
                  <a:pt x="45454" y="13535"/>
                </a:lnTo>
                <a:lnTo>
                  <a:pt x="43694" y="14401"/>
                </a:lnTo>
                <a:lnTo>
                  <a:pt x="41933" y="15296"/>
                </a:lnTo>
                <a:lnTo>
                  <a:pt x="40230" y="16190"/>
                </a:lnTo>
                <a:lnTo>
                  <a:pt x="38528" y="17085"/>
                </a:lnTo>
                <a:lnTo>
                  <a:pt x="36825" y="18009"/>
                </a:lnTo>
                <a:lnTo>
                  <a:pt x="35122" y="18961"/>
                </a:lnTo>
                <a:lnTo>
                  <a:pt x="33477" y="19913"/>
                </a:lnTo>
                <a:lnTo>
                  <a:pt x="31832" y="20895"/>
                </a:lnTo>
                <a:lnTo>
                  <a:pt x="30187" y="21876"/>
                </a:lnTo>
                <a:lnTo>
                  <a:pt x="28600" y="22857"/>
                </a:lnTo>
                <a:lnTo>
                  <a:pt x="27013" y="23867"/>
                </a:lnTo>
                <a:lnTo>
                  <a:pt x="25454" y="24877"/>
                </a:lnTo>
                <a:lnTo>
                  <a:pt x="23925" y="25887"/>
                </a:lnTo>
                <a:lnTo>
                  <a:pt x="22395" y="26926"/>
                </a:lnTo>
                <a:lnTo>
                  <a:pt x="20923" y="27965"/>
                </a:lnTo>
                <a:lnTo>
                  <a:pt x="19480" y="29004"/>
                </a:lnTo>
                <a:lnTo>
                  <a:pt x="18037" y="30072"/>
                </a:lnTo>
                <a:lnTo>
                  <a:pt x="16652" y="31111"/>
                </a:lnTo>
                <a:lnTo>
                  <a:pt x="15354" y="32150"/>
                </a:lnTo>
                <a:lnTo>
                  <a:pt x="14084" y="33160"/>
                </a:lnTo>
                <a:lnTo>
                  <a:pt x="12843" y="34199"/>
                </a:lnTo>
                <a:lnTo>
                  <a:pt x="11631" y="35209"/>
                </a:lnTo>
                <a:lnTo>
                  <a:pt x="10447" y="36248"/>
                </a:lnTo>
                <a:lnTo>
                  <a:pt x="9293" y="37258"/>
                </a:lnTo>
                <a:lnTo>
                  <a:pt x="8196" y="38297"/>
                </a:lnTo>
                <a:lnTo>
                  <a:pt x="7129" y="39307"/>
                </a:lnTo>
                <a:lnTo>
                  <a:pt x="6090" y="40317"/>
                </a:lnTo>
                <a:lnTo>
                  <a:pt x="5108" y="41327"/>
                </a:lnTo>
                <a:lnTo>
                  <a:pt x="4156" y="42337"/>
                </a:lnTo>
                <a:lnTo>
                  <a:pt x="3233" y="43347"/>
                </a:lnTo>
                <a:lnTo>
                  <a:pt x="2367" y="44357"/>
                </a:lnTo>
                <a:lnTo>
                  <a:pt x="1530" y="45339"/>
                </a:lnTo>
                <a:lnTo>
                  <a:pt x="751" y="46320"/>
                </a:lnTo>
                <a:lnTo>
                  <a:pt x="0" y="47272"/>
                </a:lnTo>
                <a:lnTo>
                  <a:pt x="76016" y="47272"/>
                </a:lnTo>
                <a:lnTo>
                  <a:pt x="78152" y="45916"/>
                </a:lnTo>
                <a:lnTo>
                  <a:pt x="80230" y="44531"/>
                </a:lnTo>
                <a:lnTo>
                  <a:pt x="82250" y="43145"/>
                </a:lnTo>
                <a:lnTo>
                  <a:pt x="84241" y="41731"/>
                </a:lnTo>
                <a:lnTo>
                  <a:pt x="86146" y="40317"/>
                </a:lnTo>
                <a:lnTo>
                  <a:pt x="88022" y="38903"/>
                </a:lnTo>
                <a:lnTo>
                  <a:pt x="89840" y="37460"/>
                </a:lnTo>
                <a:lnTo>
                  <a:pt x="91572" y="36046"/>
                </a:lnTo>
                <a:lnTo>
                  <a:pt x="93245" y="34603"/>
                </a:lnTo>
                <a:lnTo>
                  <a:pt x="94862" y="33160"/>
                </a:lnTo>
                <a:lnTo>
                  <a:pt x="96420" y="31717"/>
                </a:lnTo>
                <a:lnTo>
                  <a:pt x="97892" y="30303"/>
                </a:lnTo>
                <a:lnTo>
                  <a:pt x="99277" y="28860"/>
                </a:lnTo>
                <a:lnTo>
                  <a:pt x="100605" y="27446"/>
                </a:lnTo>
                <a:lnTo>
                  <a:pt x="101846" y="26060"/>
                </a:lnTo>
                <a:lnTo>
                  <a:pt x="103000" y="24646"/>
                </a:lnTo>
                <a:lnTo>
                  <a:pt x="104068" y="23290"/>
                </a:lnTo>
                <a:lnTo>
                  <a:pt x="105049" y="21934"/>
                </a:lnTo>
                <a:lnTo>
                  <a:pt x="105944" y="20606"/>
                </a:lnTo>
                <a:lnTo>
                  <a:pt x="106752" y="19307"/>
                </a:lnTo>
                <a:lnTo>
                  <a:pt x="107444" y="18037"/>
                </a:lnTo>
                <a:lnTo>
                  <a:pt x="107791" y="17431"/>
                </a:lnTo>
                <a:lnTo>
                  <a:pt x="108079" y="16796"/>
                </a:lnTo>
                <a:lnTo>
                  <a:pt x="108339" y="16190"/>
                </a:lnTo>
                <a:lnTo>
                  <a:pt x="108599" y="15584"/>
                </a:lnTo>
                <a:lnTo>
                  <a:pt x="108830" y="15007"/>
                </a:lnTo>
                <a:lnTo>
                  <a:pt x="109032" y="14401"/>
                </a:lnTo>
                <a:lnTo>
                  <a:pt x="109205" y="13824"/>
                </a:lnTo>
                <a:lnTo>
                  <a:pt x="109349" y="13218"/>
                </a:lnTo>
                <a:lnTo>
                  <a:pt x="109493" y="12670"/>
                </a:lnTo>
                <a:lnTo>
                  <a:pt x="109609" y="12092"/>
                </a:lnTo>
                <a:lnTo>
                  <a:pt x="109667" y="11544"/>
                </a:lnTo>
                <a:lnTo>
                  <a:pt x="109724" y="10996"/>
                </a:lnTo>
                <a:lnTo>
                  <a:pt x="109753" y="10447"/>
                </a:lnTo>
                <a:lnTo>
                  <a:pt x="109753" y="9928"/>
                </a:lnTo>
                <a:lnTo>
                  <a:pt x="109753" y="9437"/>
                </a:lnTo>
                <a:lnTo>
                  <a:pt x="109695" y="8918"/>
                </a:lnTo>
                <a:lnTo>
                  <a:pt x="109609" y="8427"/>
                </a:lnTo>
                <a:lnTo>
                  <a:pt x="109522" y="7965"/>
                </a:lnTo>
                <a:lnTo>
                  <a:pt x="109378" y="7504"/>
                </a:lnTo>
                <a:lnTo>
                  <a:pt x="109234" y="7042"/>
                </a:lnTo>
                <a:lnTo>
                  <a:pt x="109060" y="6609"/>
                </a:lnTo>
                <a:lnTo>
                  <a:pt x="108858" y="6176"/>
                </a:lnTo>
                <a:lnTo>
                  <a:pt x="108656" y="5801"/>
                </a:lnTo>
                <a:lnTo>
                  <a:pt x="108426" y="5426"/>
                </a:lnTo>
                <a:lnTo>
                  <a:pt x="108195" y="5079"/>
                </a:lnTo>
                <a:lnTo>
                  <a:pt x="107935" y="4733"/>
                </a:lnTo>
                <a:lnTo>
                  <a:pt x="107646" y="4416"/>
                </a:lnTo>
                <a:lnTo>
                  <a:pt x="107358" y="4098"/>
                </a:lnTo>
                <a:lnTo>
                  <a:pt x="107011" y="3810"/>
                </a:lnTo>
                <a:lnTo>
                  <a:pt x="106694" y="3492"/>
                </a:lnTo>
                <a:lnTo>
                  <a:pt x="106319" y="3232"/>
                </a:lnTo>
                <a:lnTo>
                  <a:pt x="105944" y="2944"/>
                </a:lnTo>
                <a:lnTo>
                  <a:pt x="105568" y="2684"/>
                </a:lnTo>
                <a:lnTo>
                  <a:pt x="105164" y="2453"/>
                </a:lnTo>
                <a:lnTo>
                  <a:pt x="104732" y="2222"/>
                </a:lnTo>
                <a:lnTo>
                  <a:pt x="104270" y="1991"/>
                </a:lnTo>
                <a:lnTo>
                  <a:pt x="103808" y="1789"/>
                </a:lnTo>
                <a:lnTo>
                  <a:pt x="103317" y="1587"/>
                </a:lnTo>
                <a:lnTo>
                  <a:pt x="102307" y="1212"/>
                </a:lnTo>
                <a:lnTo>
                  <a:pt x="101211" y="895"/>
                </a:lnTo>
                <a:lnTo>
                  <a:pt x="100027" y="635"/>
                </a:lnTo>
                <a:lnTo>
                  <a:pt x="98815" y="404"/>
                </a:lnTo>
                <a:lnTo>
                  <a:pt x="97517" y="231"/>
                </a:lnTo>
                <a:lnTo>
                  <a:pt x="96131" y="116"/>
                </a:lnTo>
                <a:lnTo>
                  <a:pt x="94688" y="29"/>
                </a:lnTo>
                <a:lnTo>
                  <a:pt x="93188" y="0"/>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476" name="Google Shape;476;p22"/>
          <p:cNvSpPr/>
          <p:nvPr/>
        </p:nvSpPr>
        <p:spPr>
          <a:xfrm rot="5400000">
            <a:off x="6364434" y="2363929"/>
            <a:ext cx="912991" cy="4646142"/>
          </a:xfrm>
          <a:custGeom>
            <a:rect b="b" l="l" r="r" t="t"/>
            <a:pathLst>
              <a:path extrusionOk="0" fill="none" h="93762" w="39886">
                <a:moveTo>
                  <a:pt x="39886" y="0"/>
                </a:moveTo>
                <a:lnTo>
                  <a:pt x="7330" y="0"/>
                </a:lnTo>
                <a:lnTo>
                  <a:pt x="7330" y="0"/>
                </a:lnTo>
                <a:lnTo>
                  <a:pt x="6362" y="3051"/>
                </a:lnTo>
                <a:lnTo>
                  <a:pt x="5470" y="6176"/>
                </a:lnTo>
                <a:lnTo>
                  <a:pt x="4614" y="9413"/>
                </a:lnTo>
                <a:lnTo>
                  <a:pt x="3832" y="12725"/>
                </a:lnTo>
                <a:lnTo>
                  <a:pt x="3088" y="16148"/>
                </a:lnTo>
                <a:lnTo>
                  <a:pt x="2456" y="19608"/>
                </a:lnTo>
                <a:lnTo>
                  <a:pt x="1860" y="23143"/>
                </a:lnTo>
                <a:lnTo>
                  <a:pt x="1340" y="26715"/>
                </a:lnTo>
                <a:lnTo>
                  <a:pt x="1340" y="26715"/>
                </a:lnTo>
                <a:lnTo>
                  <a:pt x="930" y="29989"/>
                </a:lnTo>
                <a:lnTo>
                  <a:pt x="633" y="33263"/>
                </a:lnTo>
                <a:lnTo>
                  <a:pt x="372" y="36463"/>
                </a:lnTo>
                <a:lnTo>
                  <a:pt x="186" y="39625"/>
                </a:lnTo>
                <a:lnTo>
                  <a:pt x="37" y="42714"/>
                </a:lnTo>
                <a:lnTo>
                  <a:pt x="0" y="45802"/>
                </a:lnTo>
                <a:lnTo>
                  <a:pt x="0" y="48778"/>
                </a:lnTo>
                <a:lnTo>
                  <a:pt x="112" y="51755"/>
                </a:lnTo>
                <a:lnTo>
                  <a:pt x="223" y="54620"/>
                </a:lnTo>
                <a:lnTo>
                  <a:pt x="447" y="57448"/>
                </a:lnTo>
                <a:lnTo>
                  <a:pt x="707" y="60201"/>
                </a:lnTo>
                <a:lnTo>
                  <a:pt x="1042" y="62843"/>
                </a:lnTo>
                <a:lnTo>
                  <a:pt x="1414" y="65447"/>
                </a:lnTo>
                <a:lnTo>
                  <a:pt x="1860" y="67940"/>
                </a:lnTo>
                <a:lnTo>
                  <a:pt x="2381" y="70358"/>
                </a:lnTo>
                <a:lnTo>
                  <a:pt x="2939" y="72665"/>
                </a:lnTo>
                <a:lnTo>
                  <a:pt x="3535" y="74898"/>
                </a:lnTo>
                <a:lnTo>
                  <a:pt x="4204" y="77018"/>
                </a:lnTo>
                <a:lnTo>
                  <a:pt x="4949" y="79028"/>
                </a:lnTo>
                <a:lnTo>
                  <a:pt x="5321" y="79995"/>
                </a:lnTo>
                <a:lnTo>
                  <a:pt x="5693" y="80925"/>
                </a:lnTo>
                <a:lnTo>
                  <a:pt x="6102" y="81855"/>
                </a:lnTo>
                <a:lnTo>
                  <a:pt x="6549" y="82748"/>
                </a:lnTo>
                <a:lnTo>
                  <a:pt x="6958" y="83567"/>
                </a:lnTo>
                <a:lnTo>
                  <a:pt x="7404" y="84385"/>
                </a:lnTo>
                <a:lnTo>
                  <a:pt x="7851" y="85204"/>
                </a:lnTo>
                <a:lnTo>
                  <a:pt x="8334" y="85948"/>
                </a:lnTo>
                <a:lnTo>
                  <a:pt x="8818" y="86692"/>
                </a:lnTo>
                <a:lnTo>
                  <a:pt x="9302" y="87362"/>
                </a:lnTo>
                <a:lnTo>
                  <a:pt x="9786" y="88032"/>
                </a:lnTo>
                <a:lnTo>
                  <a:pt x="10306" y="88664"/>
                </a:lnTo>
                <a:lnTo>
                  <a:pt x="10827" y="89259"/>
                </a:lnTo>
                <a:lnTo>
                  <a:pt x="11385" y="89818"/>
                </a:lnTo>
                <a:lnTo>
                  <a:pt x="11906" y="90338"/>
                </a:lnTo>
                <a:lnTo>
                  <a:pt x="12464" y="90822"/>
                </a:lnTo>
                <a:lnTo>
                  <a:pt x="13060" y="91306"/>
                </a:lnTo>
                <a:lnTo>
                  <a:pt x="13618" y="91715"/>
                </a:lnTo>
                <a:lnTo>
                  <a:pt x="14213" y="92087"/>
                </a:lnTo>
                <a:lnTo>
                  <a:pt x="14808" y="92422"/>
                </a:lnTo>
                <a:lnTo>
                  <a:pt x="15404" y="92757"/>
                </a:lnTo>
                <a:lnTo>
                  <a:pt x="16036" y="93017"/>
                </a:lnTo>
                <a:lnTo>
                  <a:pt x="16669" y="93241"/>
                </a:lnTo>
                <a:lnTo>
                  <a:pt x="17301" y="93427"/>
                </a:lnTo>
                <a:lnTo>
                  <a:pt x="17971" y="93575"/>
                </a:lnTo>
                <a:lnTo>
                  <a:pt x="18604" y="93687"/>
                </a:lnTo>
                <a:lnTo>
                  <a:pt x="18604" y="93687"/>
                </a:lnTo>
                <a:lnTo>
                  <a:pt x="19311" y="93762"/>
                </a:lnTo>
                <a:lnTo>
                  <a:pt x="20017" y="93762"/>
                </a:lnTo>
                <a:lnTo>
                  <a:pt x="20017" y="93762"/>
                </a:lnTo>
                <a:lnTo>
                  <a:pt x="20650" y="93762"/>
                </a:lnTo>
                <a:lnTo>
                  <a:pt x="21320" y="93687"/>
                </a:lnTo>
                <a:lnTo>
                  <a:pt x="21952" y="93613"/>
                </a:lnTo>
                <a:lnTo>
                  <a:pt x="22622" y="93464"/>
                </a:lnTo>
                <a:lnTo>
                  <a:pt x="23254" y="93315"/>
                </a:lnTo>
                <a:lnTo>
                  <a:pt x="23924" y="93092"/>
                </a:lnTo>
                <a:lnTo>
                  <a:pt x="24557" y="92831"/>
                </a:lnTo>
                <a:lnTo>
                  <a:pt x="25189" y="92571"/>
                </a:lnTo>
                <a:lnTo>
                  <a:pt x="25859" y="92236"/>
                </a:lnTo>
                <a:lnTo>
                  <a:pt x="26491" y="91901"/>
                </a:lnTo>
                <a:lnTo>
                  <a:pt x="27124" y="91529"/>
                </a:lnTo>
                <a:lnTo>
                  <a:pt x="27794" y="91083"/>
                </a:lnTo>
                <a:lnTo>
                  <a:pt x="28426" y="90636"/>
                </a:lnTo>
                <a:lnTo>
                  <a:pt x="29059" y="90152"/>
                </a:lnTo>
                <a:lnTo>
                  <a:pt x="29691" y="89632"/>
                </a:lnTo>
                <a:lnTo>
                  <a:pt x="30324" y="89073"/>
                </a:lnTo>
                <a:lnTo>
                  <a:pt x="30956" y="88515"/>
                </a:lnTo>
                <a:lnTo>
                  <a:pt x="31589" y="87883"/>
                </a:lnTo>
                <a:lnTo>
                  <a:pt x="32221" y="87250"/>
                </a:lnTo>
                <a:lnTo>
                  <a:pt x="32817" y="86581"/>
                </a:lnTo>
                <a:lnTo>
                  <a:pt x="33449" y="85874"/>
                </a:lnTo>
                <a:lnTo>
                  <a:pt x="34045" y="85129"/>
                </a:lnTo>
                <a:lnTo>
                  <a:pt x="35272" y="83567"/>
                </a:lnTo>
                <a:lnTo>
                  <a:pt x="36463" y="81892"/>
                </a:lnTo>
                <a:lnTo>
                  <a:pt x="37616" y="80107"/>
                </a:lnTo>
                <a:lnTo>
                  <a:pt x="38770" y="78209"/>
                </a:lnTo>
                <a:lnTo>
                  <a:pt x="39886" y="76200"/>
                </a:lnTo>
                <a:lnTo>
                  <a:pt x="39886" y="0"/>
                </a:lnTo>
                <a:lnTo>
                  <a:pt x="39886"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477" name="Google Shape;477;p22"/>
          <p:cNvSpPr/>
          <p:nvPr/>
        </p:nvSpPr>
        <p:spPr>
          <a:xfrm>
            <a:off x="1643225" y="-725"/>
            <a:ext cx="5761425" cy="711800"/>
          </a:xfrm>
          <a:custGeom>
            <a:rect b="b" l="l" r="r" t="t"/>
            <a:pathLst>
              <a:path extrusionOk="0" h="28472" w="230457">
                <a:moveTo>
                  <a:pt x="0" y="0"/>
                </a:moveTo>
                <a:lnTo>
                  <a:pt x="230457" y="28472"/>
                </a:lnTo>
                <a:lnTo>
                  <a:pt x="220381" y="20"/>
                </a:lnTo>
                <a:close/>
              </a:path>
            </a:pathLst>
          </a:custGeom>
          <a:solidFill>
            <a:schemeClr val="lt1"/>
          </a:solidFill>
          <a:ln>
            <a:noFill/>
          </a:ln>
        </p:spPr>
      </p:sp>
      <p:sp>
        <p:nvSpPr>
          <p:cNvPr id="478" name="Google Shape;478;p22"/>
          <p:cNvSpPr/>
          <p:nvPr/>
        </p:nvSpPr>
        <p:spPr>
          <a:xfrm>
            <a:off x="7140700" y="-1350"/>
            <a:ext cx="2003375" cy="714225"/>
          </a:xfrm>
          <a:custGeom>
            <a:rect b="b" l="l" r="r" t="t"/>
            <a:pathLst>
              <a:path extrusionOk="0" h="28569" w="80135">
                <a:moveTo>
                  <a:pt x="10558" y="28569"/>
                </a:moveTo>
                <a:lnTo>
                  <a:pt x="67491" y="18220"/>
                </a:lnTo>
                <a:lnTo>
                  <a:pt x="80135" y="0"/>
                </a:lnTo>
                <a:lnTo>
                  <a:pt x="0" y="45"/>
                </a:lnTo>
                <a:close/>
              </a:path>
            </a:pathLst>
          </a:custGeom>
          <a:gradFill>
            <a:gsLst>
              <a:gs pos="0">
                <a:schemeClr val="accent1"/>
              </a:gs>
              <a:gs pos="11000">
                <a:schemeClr val="accent1"/>
              </a:gs>
              <a:gs pos="26000">
                <a:schemeClr val="accent3"/>
              </a:gs>
              <a:gs pos="63000">
                <a:schemeClr val="accent4"/>
              </a:gs>
              <a:gs pos="100000">
                <a:schemeClr val="accent4"/>
              </a:gs>
            </a:gsLst>
            <a:lin ang="8100019" scaled="0"/>
          </a:gradFill>
          <a:ln>
            <a:noFill/>
          </a:ln>
          <a:effectLst>
            <a:outerShdw blurRad="314325" rotWithShape="0" algn="bl" dir="5400000" dist="28575">
              <a:schemeClr val="accent4">
                <a:alpha val="24000"/>
              </a:schemeClr>
            </a:outerShdw>
          </a:effectLst>
        </p:spPr>
      </p:sp>
      <p:cxnSp>
        <p:nvCxnSpPr>
          <p:cNvPr id="479" name="Google Shape;479;p22"/>
          <p:cNvCxnSpPr/>
          <p:nvPr/>
        </p:nvCxnSpPr>
        <p:spPr>
          <a:xfrm rot="10800000">
            <a:off x="605578" y="1794125"/>
            <a:ext cx="8537700" cy="0"/>
          </a:xfrm>
          <a:prstGeom prst="straightConnector1">
            <a:avLst/>
          </a:prstGeom>
          <a:noFill/>
          <a:ln cap="flat" cmpd="sng" w="19050">
            <a:solidFill>
              <a:schemeClr val="dk1"/>
            </a:solidFill>
            <a:prstDash val="solid"/>
            <a:round/>
            <a:headEnd len="med" w="med" type="none"/>
            <a:tailEnd len="med" w="med" type="none"/>
          </a:ln>
        </p:spPr>
      </p:cxnSp>
      <p:cxnSp>
        <p:nvCxnSpPr>
          <p:cNvPr id="480" name="Google Shape;480;p22"/>
          <p:cNvCxnSpPr/>
          <p:nvPr/>
        </p:nvCxnSpPr>
        <p:spPr>
          <a:xfrm rot="10800000">
            <a:off x="605578" y="2731925"/>
            <a:ext cx="8537700" cy="0"/>
          </a:xfrm>
          <a:prstGeom prst="straightConnector1">
            <a:avLst/>
          </a:prstGeom>
          <a:noFill/>
          <a:ln cap="flat" cmpd="sng" w="19050">
            <a:solidFill>
              <a:schemeClr val="dk1"/>
            </a:solidFill>
            <a:prstDash val="solid"/>
            <a:round/>
            <a:headEnd len="med" w="med" type="none"/>
            <a:tailEnd len="med" w="med" type="none"/>
          </a:ln>
        </p:spPr>
      </p:cxnSp>
      <p:cxnSp>
        <p:nvCxnSpPr>
          <p:cNvPr id="481" name="Google Shape;481;p22"/>
          <p:cNvCxnSpPr/>
          <p:nvPr/>
        </p:nvCxnSpPr>
        <p:spPr>
          <a:xfrm rot="10800000">
            <a:off x="606300" y="3669725"/>
            <a:ext cx="8537700" cy="0"/>
          </a:xfrm>
          <a:prstGeom prst="straightConnector1">
            <a:avLst/>
          </a:prstGeom>
          <a:noFill/>
          <a:ln cap="flat" cmpd="sng" w="19050">
            <a:solidFill>
              <a:schemeClr val="dk1"/>
            </a:solidFill>
            <a:prstDash val="solid"/>
            <a:round/>
            <a:headEnd len="med" w="med" type="none"/>
            <a:tailEnd len="med" w="med" type="none"/>
          </a:ln>
        </p:spPr>
      </p:cxnSp>
      <p:sp>
        <p:nvSpPr>
          <p:cNvPr id="482" name="Google Shape;482;p22"/>
          <p:cNvSpPr txBox="1"/>
          <p:nvPr>
            <p:ph idx="1" type="body"/>
          </p:nvPr>
        </p:nvSpPr>
        <p:spPr>
          <a:xfrm>
            <a:off x="5788075" y="1906850"/>
            <a:ext cx="3021300" cy="8250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83" name="Google Shape;483;p22"/>
          <p:cNvSpPr txBox="1"/>
          <p:nvPr>
            <p:ph type="title"/>
          </p:nvPr>
        </p:nvSpPr>
        <p:spPr>
          <a:xfrm>
            <a:off x="2134625" y="2853988"/>
            <a:ext cx="1583400" cy="3612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484" name="Google Shape;484;p22"/>
          <p:cNvSpPr txBox="1"/>
          <p:nvPr>
            <p:ph idx="2" type="body"/>
          </p:nvPr>
        </p:nvSpPr>
        <p:spPr>
          <a:xfrm>
            <a:off x="5788075" y="2855650"/>
            <a:ext cx="3021300" cy="8142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85" name="Google Shape;485;p22"/>
          <p:cNvSpPr txBox="1"/>
          <p:nvPr>
            <p:ph idx="3" type="title"/>
          </p:nvPr>
        </p:nvSpPr>
        <p:spPr>
          <a:xfrm>
            <a:off x="525175" y="2853988"/>
            <a:ext cx="1408800" cy="361200"/>
          </a:xfrm>
          <a:prstGeom prst="rect">
            <a:avLst/>
          </a:prstGeom>
        </p:spPr>
        <p:txBody>
          <a:bodyPr anchorCtr="0" anchor="t" bIns="91425" lIns="0" spcFirstLastPara="1" rIns="91425" wrap="square" tIns="0">
            <a:noAutofit/>
          </a:bodyPr>
          <a:lstStyle>
            <a:lvl1pPr lvl="0" algn="r">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486" name="Google Shape;486;p22"/>
          <p:cNvSpPr txBox="1"/>
          <p:nvPr>
            <p:ph idx="4" type="title"/>
          </p:nvPr>
        </p:nvSpPr>
        <p:spPr>
          <a:xfrm>
            <a:off x="2134625" y="3793475"/>
            <a:ext cx="1583400" cy="3612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487" name="Google Shape;487;p22"/>
          <p:cNvSpPr txBox="1"/>
          <p:nvPr>
            <p:ph idx="5" type="body"/>
          </p:nvPr>
        </p:nvSpPr>
        <p:spPr>
          <a:xfrm>
            <a:off x="5788075" y="3793450"/>
            <a:ext cx="3021300" cy="8361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88" name="Google Shape;488;p22"/>
          <p:cNvSpPr txBox="1"/>
          <p:nvPr>
            <p:ph idx="6" type="title"/>
          </p:nvPr>
        </p:nvSpPr>
        <p:spPr>
          <a:xfrm>
            <a:off x="525175" y="3793475"/>
            <a:ext cx="1408800" cy="361200"/>
          </a:xfrm>
          <a:prstGeom prst="rect">
            <a:avLst/>
          </a:prstGeom>
        </p:spPr>
        <p:txBody>
          <a:bodyPr anchorCtr="0" anchor="t" bIns="91425" lIns="0" spcFirstLastPara="1" rIns="91425" wrap="square" tIns="0">
            <a:noAutofit/>
          </a:bodyPr>
          <a:lstStyle>
            <a:lvl1pPr lvl="0" algn="r">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489" name="Google Shape;489;p22"/>
          <p:cNvSpPr txBox="1"/>
          <p:nvPr>
            <p:ph idx="7"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490" name="Google Shape;490;p22"/>
          <p:cNvSpPr txBox="1"/>
          <p:nvPr>
            <p:ph idx="8" type="title"/>
          </p:nvPr>
        </p:nvSpPr>
        <p:spPr>
          <a:xfrm>
            <a:off x="2134625" y="1914525"/>
            <a:ext cx="1583400" cy="3612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491" name="Google Shape;491;p22"/>
          <p:cNvSpPr txBox="1"/>
          <p:nvPr>
            <p:ph idx="9" type="title"/>
          </p:nvPr>
        </p:nvSpPr>
        <p:spPr>
          <a:xfrm>
            <a:off x="525175" y="1914525"/>
            <a:ext cx="1408800" cy="361200"/>
          </a:xfrm>
          <a:prstGeom prst="rect">
            <a:avLst/>
          </a:prstGeom>
        </p:spPr>
        <p:txBody>
          <a:bodyPr anchorCtr="0" anchor="t" bIns="91425" lIns="0" spcFirstLastPara="1" rIns="91425" wrap="square" tIns="0">
            <a:noAutofit/>
          </a:bodyPr>
          <a:lstStyle>
            <a:lvl1pPr lvl="0" algn="r">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492" name="Google Shape;492;p22"/>
          <p:cNvSpPr txBox="1"/>
          <p:nvPr>
            <p:ph idx="13" type="title"/>
          </p:nvPr>
        </p:nvSpPr>
        <p:spPr>
          <a:xfrm>
            <a:off x="115025" y="502775"/>
            <a:ext cx="39417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493" name="Google Shape;493;p22"/>
          <p:cNvSpPr txBox="1"/>
          <p:nvPr>
            <p:ph idx="1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orient="horz" pos="317">
          <p15:clr>
            <a:srgbClr val="E46962"/>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1">
  <p:cSld name="BLANK_1_1_1_1_1_1_1_1_1_1_1">
    <p:spTree>
      <p:nvGrpSpPr>
        <p:cNvPr id="494" name="Shape 494"/>
        <p:cNvGrpSpPr/>
        <p:nvPr/>
      </p:nvGrpSpPr>
      <p:grpSpPr>
        <a:xfrm>
          <a:off x="0" y="0"/>
          <a:ext cx="0" cy="0"/>
          <a:chOff x="0" y="0"/>
          <a:chExt cx="0" cy="0"/>
        </a:xfrm>
      </p:grpSpPr>
      <p:grpSp>
        <p:nvGrpSpPr>
          <p:cNvPr id="495" name="Google Shape;495;p23"/>
          <p:cNvGrpSpPr/>
          <p:nvPr/>
        </p:nvGrpSpPr>
        <p:grpSpPr>
          <a:xfrm>
            <a:off x="115026" y="364"/>
            <a:ext cx="5125634" cy="5143564"/>
            <a:chOff x="312900" y="2788524"/>
            <a:chExt cx="2221197" cy="1994480"/>
          </a:xfrm>
        </p:grpSpPr>
        <p:grpSp>
          <p:nvGrpSpPr>
            <p:cNvPr id="496" name="Google Shape;496;p23"/>
            <p:cNvGrpSpPr/>
            <p:nvPr/>
          </p:nvGrpSpPr>
          <p:grpSpPr>
            <a:xfrm>
              <a:off x="312900" y="2788524"/>
              <a:ext cx="1851000" cy="1994480"/>
              <a:chOff x="461225" y="3244074"/>
              <a:chExt cx="1851000" cy="1994480"/>
            </a:xfrm>
          </p:grpSpPr>
          <p:grpSp>
            <p:nvGrpSpPr>
              <p:cNvPr id="497" name="Google Shape;497;p23"/>
              <p:cNvGrpSpPr/>
              <p:nvPr/>
            </p:nvGrpSpPr>
            <p:grpSpPr>
              <a:xfrm>
                <a:off x="461229" y="3244074"/>
                <a:ext cx="1850992" cy="1994480"/>
                <a:chOff x="461229" y="3244074"/>
                <a:chExt cx="1850992" cy="1994480"/>
              </a:xfrm>
            </p:grpSpPr>
            <p:sp>
              <p:nvSpPr>
                <p:cNvPr id="498" name="Google Shape;498;p23"/>
                <p:cNvSpPr/>
                <p:nvPr/>
              </p:nvSpPr>
              <p:spPr>
                <a:xfrm>
                  <a:off x="461229" y="3244074"/>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99" name="Google Shape;499;p23"/>
                <p:cNvSpPr/>
                <p:nvPr/>
              </p:nvSpPr>
              <p:spPr>
                <a:xfrm>
                  <a:off x="831430" y="5100554"/>
                  <a:ext cx="370200" cy="138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0" name="Google Shape;500;p23"/>
                <p:cNvSpPr/>
                <p:nvPr/>
              </p:nvSpPr>
              <p:spPr>
                <a:xfrm>
                  <a:off x="1201620" y="3244219"/>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1" name="Google Shape;501;p23"/>
                <p:cNvSpPr/>
                <p:nvPr/>
              </p:nvSpPr>
              <p:spPr>
                <a:xfrm>
                  <a:off x="1571820" y="3244219"/>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2" name="Google Shape;502;p23"/>
                <p:cNvSpPr/>
                <p:nvPr/>
              </p:nvSpPr>
              <p:spPr>
                <a:xfrm>
                  <a:off x="1942021" y="3244219"/>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03" name="Google Shape;503;p23"/>
              <p:cNvGrpSpPr/>
              <p:nvPr/>
            </p:nvGrpSpPr>
            <p:grpSpPr>
              <a:xfrm>
                <a:off x="461225" y="3619500"/>
                <a:ext cx="1851000" cy="370200"/>
                <a:chOff x="461225" y="3249175"/>
                <a:chExt cx="1851000" cy="370200"/>
              </a:xfrm>
            </p:grpSpPr>
            <p:sp>
              <p:nvSpPr>
                <p:cNvPr id="504" name="Google Shape;504;p2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5" name="Google Shape;505;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6" name="Google Shape;506;p2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7" name="Google Shape;507;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8" name="Google Shape;508;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09" name="Google Shape;509;p23"/>
              <p:cNvGrpSpPr/>
              <p:nvPr/>
            </p:nvGrpSpPr>
            <p:grpSpPr>
              <a:xfrm>
                <a:off x="461225" y="3989700"/>
                <a:ext cx="1851000" cy="1110726"/>
                <a:chOff x="461225" y="3249175"/>
                <a:chExt cx="1851000" cy="1110726"/>
              </a:xfrm>
            </p:grpSpPr>
            <p:sp>
              <p:nvSpPr>
                <p:cNvPr id="510" name="Google Shape;510;p23"/>
                <p:cNvSpPr/>
                <p:nvPr/>
              </p:nvSpPr>
              <p:spPr>
                <a:xfrm>
                  <a:off x="461225" y="3989701"/>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1" name="Google Shape;511;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2" name="Google Shape;512;p2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3" name="Google Shape;513;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4" name="Google Shape;514;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15" name="Google Shape;515;p23"/>
              <p:cNvGrpSpPr/>
              <p:nvPr/>
            </p:nvGrpSpPr>
            <p:grpSpPr>
              <a:xfrm>
                <a:off x="461225" y="4360025"/>
                <a:ext cx="1851000" cy="370200"/>
                <a:chOff x="461225" y="3249175"/>
                <a:chExt cx="1851000" cy="370200"/>
              </a:xfrm>
            </p:grpSpPr>
            <p:sp>
              <p:nvSpPr>
                <p:cNvPr id="516" name="Google Shape;516;p2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7" name="Google Shape;517;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8" name="Google Shape;518;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9" name="Google Shape;519;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520" name="Google Shape;520;p23"/>
            <p:cNvSpPr/>
            <p:nvPr/>
          </p:nvSpPr>
          <p:spPr>
            <a:xfrm>
              <a:off x="2163897" y="2788524"/>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21" name="Google Shape;521;p23"/>
          <p:cNvGrpSpPr/>
          <p:nvPr/>
        </p:nvGrpSpPr>
        <p:grpSpPr>
          <a:xfrm flipH="1" rot="5400000">
            <a:off x="7145338" y="3274875"/>
            <a:ext cx="2221200" cy="1481050"/>
            <a:chOff x="312900" y="2793625"/>
            <a:chExt cx="2221200" cy="1481050"/>
          </a:xfrm>
        </p:grpSpPr>
        <p:grpSp>
          <p:nvGrpSpPr>
            <p:cNvPr id="522" name="Google Shape;522;p23"/>
            <p:cNvGrpSpPr/>
            <p:nvPr/>
          </p:nvGrpSpPr>
          <p:grpSpPr>
            <a:xfrm>
              <a:off x="312900" y="2793625"/>
              <a:ext cx="1851000" cy="1481050"/>
              <a:chOff x="461225" y="3249175"/>
              <a:chExt cx="1851000" cy="1481050"/>
            </a:xfrm>
          </p:grpSpPr>
          <p:grpSp>
            <p:nvGrpSpPr>
              <p:cNvPr id="523" name="Google Shape;523;p23"/>
              <p:cNvGrpSpPr/>
              <p:nvPr/>
            </p:nvGrpSpPr>
            <p:grpSpPr>
              <a:xfrm>
                <a:off x="461225" y="3249175"/>
                <a:ext cx="1851000" cy="370200"/>
                <a:chOff x="461225" y="3249175"/>
                <a:chExt cx="1851000" cy="370200"/>
              </a:xfrm>
            </p:grpSpPr>
            <p:sp>
              <p:nvSpPr>
                <p:cNvPr id="524" name="Google Shape;524;p2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25" name="Google Shape;525;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26" name="Google Shape;526;p2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27" name="Google Shape;527;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28" name="Google Shape;528;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29" name="Google Shape;529;p23"/>
              <p:cNvGrpSpPr/>
              <p:nvPr/>
            </p:nvGrpSpPr>
            <p:grpSpPr>
              <a:xfrm>
                <a:off x="461225" y="3619500"/>
                <a:ext cx="1851000" cy="370200"/>
                <a:chOff x="461225" y="3249175"/>
                <a:chExt cx="1851000" cy="370200"/>
              </a:xfrm>
            </p:grpSpPr>
            <p:sp>
              <p:nvSpPr>
                <p:cNvPr id="530" name="Google Shape;530;p2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1" name="Google Shape;531;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2" name="Google Shape;532;p2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3" name="Google Shape;533;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4" name="Google Shape;534;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35" name="Google Shape;535;p23"/>
              <p:cNvGrpSpPr/>
              <p:nvPr/>
            </p:nvGrpSpPr>
            <p:grpSpPr>
              <a:xfrm>
                <a:off x="461225" y="3989700"/>
                <a:ext cx="1851000" cy="370200"/>
                <a:chOff x="461225" y="3249175"/>
                <a:chExt cx="1851000" cy="370200"/>
              </a:xfrm>
            </p:grpSpPr>
            <p:sp>
              <p:nvSpPr>
                <p:cNvPr id="536" name="Google Shape;536;p2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7" name="Google Shape;537;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8" name="Google Shape;538;p2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9" name="Google Shape;539;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0" name="Google Shape;540;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41" name="Google Shape;541;p23"/>
              <p:cNvGrpSpPr/>
              <p:nvPr/>
            </p:nvGrpSpPr>
            <p:grpSpPr>
              <a:xfrm>
                <a:off x="461225" y="4360025"/>
                <a:ext cx="1851000" cy="370200"/>
                <a:chOff x="461225" y="3249175"/>
                <a:chExt cx="1851000" cy="370200"/>
              </a:xfrm>
            </p:grpSpPr>
            <p:sp>
              <p:nvSpPr>
                <p:cNvPr id="542" name="Google Shape;542;p2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3" name="Google Shape;543;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4" name="Google Shape;544;p2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5" name="Google Shape;545;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6" name="Google Shape;546;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547" name="Google Shape;547;p23"/>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548" name="Google Shape;548;p23"/>
          <p:cNvSpPr/>
          <p:nvPr/>
        </p:nvSpPr>
        <p:spPr>
          <a:xfrm>
            <a:off x="6255775" y="3774250"/>
            <a:ext cx="2888225" cy="1369250"/>
          </a:xfrm>
          <a:custGeom>
            <a:rect b="b" l="l" r="r" t="t"/>
            <a:pathLst>
              <a:path extrusionOk="0" h="54770" w="115529">
                <a:moveTo>
                  <a:pt x="115529" y="1"/>
                </a:moveTo>
                <a:lnTo>
                  <a:pt x="112924" y="187"/>
                </a:lnTo>
                <a:lnTo>
                  <a:pt x="110245" y="447"/>
                </a:lnTo>
                <a:lnTo>
                  <a:pt x="107566" y="745"/>
                </a:lnTo>
                <a:lnTo>
                  <a:pt x="104850" y="1080"/>
                </a:lnTo>
                <a:lnTo>
                  <a:pt x="102097" y="1489"/>
                </a:lnTo>
                <a:lnTo>
                  <a:pt x="99344" y="1936"/>
                </a:lnTo>
                <a:lnTo>
                  <a:pt x="96516" y="2419"/>
                </a:lnTo>
                <a:lnTo>
                  <a:pt x="93725" y="2940"/>
                </a:lnTo>
                <a:lnTo>
                  <a:pt x="90860" y="3536"/>
                </a:lnTo>
                <a:lnTo>
                  <a:pt x="88033" y="4131"/>
                </a:lnTo>
                <a:lnTo>
                  <a:pt x="85168" y="4801"/>
                </a:lnTo>
                <a:lnTo>
                  <a:pt x="82266" y="5508"/>
                </a:lnTo>
                <a:lnTo>
                  <a:pt x="79401" y="6252"/>
                </a:lnTo>
                <a:lnTo>
                  <a:pt x="76498" y="7070"/>
                </a:lnTo>
                <a:lnTo>
                  <a:pt x="73596" y="7889"/>
                </a:lnTo>
                <a:lnTo>
                  <a:pt x="70694" y="8782"/>
                </a:lnTo>
                <a:lnTo>
                  <a:pt x="67308" y="9861"/>
                </a:lnTo>
                <a:lnTo>
                  <a:pt x="63960" y="10977"/>
                </a:lnTo>
                <a:lnTo>
                  <a:pt x="60685" y="12130"/>
                </a:lnTo>
                <a:lnTo>
                  <a:pt x="57411" y="13321"/>
                </a:lnTo>
                <a:lnTo>
                  <a:pt x="54211" y="14586"/>
                </a:lnTo>
                <a:lnTo>
                  <a:pt x="51086" y="15851"/>
                </a:lnTo>
                <a:lnTo>
                  <a:pt x="47961" y="17153"/>
                </a:lnTo>
                <a:lnTo>
                  <a:pt x="44947" y="18530"/>
                </a:lnTo>
                <a:lnTo>
                  <a:pt x="41970" y="19907"/>
                </a:lnTo>
                <a:lnTo>
                  <a:pt x="39068" y="21321"/>
                </a:lnTo>
                <a:lnTo>
                  <a:pt x="36203" y="22772"/>
                </a:lnTo>
                <a:lnTo>
                  <a:pt x="33450" y="24223"/>
                </a:lnTo>
                <a:lnTo>
                  <a:pt x="30734" y="25748"/>
                </a:lnTo>
                <a:lnTo>
                  <a:pt x="28129" y="27274"/>
                </a:lnTo>
                <a:lnTo>
                  <a:pt x="25562" y="28836"/>
                </a:lnTo>
                <a:lnTo>
                  <a:pt x="23106" y="30436"/>
                </a:lnTo>
                <a:lnTo>
                  <a:pt x="20799" y="31962"/>
                </a:lnTo>
                <a:lnTo>
                  <a:pt x="18604" y="33524"/>
                </a:lnTo>
                <a:lnTo>
                  <a:pt x="16521" y="35087"/>
                </a:lnTo>
                <a:lnTo>
                  <a:pt x="14549" y="36650"/>
                </a:lnTo>
                <a:lnTo>
                  <a:pt x="12651" y="38213"/>
                </a:lnTo>
                <a:lnTo>
                  <a:pt x="10902" y="39775"/>
                </a:lnTo>
                <a:lnTo>
                  <a:pt x="9265" y="41338"/>
                </a:lnTo>
                <a:lnTo>
                  <a:pt x="7740" y="42863"/>
                </a:lnTo>
                <a:lnTo>
                  <a:pt x="6326" y="44426"/>
                </a:lnTo>
                <a:lnTo>
                  <a:pt x="5061" y="45952"/>
                </a:lnTo>
                <a:lnTo>
                  <a:pt x="4466" y="46696"/>
                </a:lnTo>
                <a:lnTo>
                  <a:pt x="3870" y="47477"/>
                </a:lnTo>
                <a:lnTo>
                  <a:pt x="3349" y="48221"/>
                </a:lnTo>
                <a:lnTo>
                  <a:pt x="2828" y="48965"/>
                </a:lnTo>
                <a:lnTo>
                  <a:pt x="2382" y="49709"/>
                </a:lnTo>
                <a:lnTo>
                  <a:pt x="1936" y="50454"/>
                </a:lnTo>
                <a:lnTo>
                  <a:pt x="1526" y="51198"/>
                </a:lnTo>
                <a:lnTo>
                  <a:pt x="1154" y="51905"/>
                </a:lnTo>
                <a:lnTo>
                  <a:pt x="819" y="52649"/>
                </a:lnTo>
                <a:lnTo>
                  <a:pt x="522" y="53356"/>
                </a:lnTo>
                <a:lnTo>
                  <a:pt x="224" y="54063"/>
                </a:lnTo>
                <a:lnTo>
                  <a:pt x="1" y="54770"/>
                </a:lnTo>
                <a:lnTo>
                  <a:pt x="115529" y="54770"/>
                </a:lnTo>
                <a:lnTo>
                  <a:pt x="11552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9" name="Google Shape;549;p23"/>
          <p:cNvSpPr/>
          <p:nvPr/>
        </p:nvSpPr>
        <p:spPr>
          <a:xfrm rot="5400000">
            <a:off x="6256650" y="3649999"/>
            <a:ext cx="1392300" cy="3359400"/>
          </a:xfrm>
          <a:prstGeom prst="chord">
            <a:avLst>
              <a:gd fmla="val 5820070" name="adj1"/>
              <a:gd fmla="val 15784537"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0" name="Google Shape;550;p23"/>
          <p:cNvSpPr txBox="1"/>
          <p:nvPr>
            <p:ph idx="1" type="subTitle"/>
          </p:nvPr>
        </p:nvSpPr>
        <p:spPr>
          <a:xfrm>
            <a:off x="4482800" y="3963975"/>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51" name="Google Shape;551;p23"/>
          <p:cNvSpPr txBox="1"/>
          <p:nvPr>
            <p:ph idx="2" type="subTitle"/>
          </p:nvPr>
        </p:nvSpPr>
        <p:spPr>
          <a:xfrm>
            <a:off x="4482800" y="3731112"/>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52" name="Google Shape;552;p23"/>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553" name="Google Shape;553;p23"/>
          <p:cNvSpPr txBox="1"/>
          <p:nvPr>
            <p:ph idx="3" type="title"/>
          </p:nvPr>
        </p:nvSpPr>
        <p:spPr>
          <a:xfrm>
            <a:off x="115025" y="471075"/>
            <a:ext cx="39417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554" name="Google Shape;554;p23"/>
          <p:cNvSpPr txBox="1"/>
          <p:nvPr>
            <p:ph idx="4" type="subTitle"/>
          </p:nvPr>
        </p:nvSpPr>
        <p:spPr>
          <a:xfrm>
            <a:off x="4482800" y="3428650"/>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55" name="Google Shape;555;p23"/>
          <p:cNvSpPr txBox="1"/>
          <p:nvPr>
            <p:ph idx="5" type="subTitle"/>
          </p:nvPr>
        </p:nvSpPr>
        <p:spPr>
          <a:xfrm>
            <a:off x="4482800" y="3195787"/>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56" name="Google Shape;556;p23"/>
          <p:cNvSpPr txBox="1"/>
          <p:nvPr>
            <p:ph idx="6" type="subTitle"/>
          </p:nvPr>
        </p:nvSpPr>
        <p:spPr>
          <a:xfrm>
            <a:off x="4482800" y="2894863"/>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57" name="Google Shape;557;p23"/>
          <p:cNvSpPr txBox="1"/>
          <p:nvPr>
            <p:ph idx="7" type="subTitle"/>
          </p:nvPr>
        </p:nvSpPr>
        <p:spPr>
          <a:xfrm>
            <a:off x="4482800" y="2662000"/>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58" name="Google Shape;558;p23"/>
          <p:cNvSpPr txBox="1"/>
          <p:nvPr>
            <p:ph idx="8" type="subTitle"/>
          </p:nvPr>
        </p:nvSpPr>
        <p:spPr>
          <a:xfrm>
            <a:off x="4482800" y="2361863"/>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59" name="Google Shape;559;p23"/>
          <p:cNvSpPr txBox="1"/>
          <p:nvPr>
            <p:ph idx="9" type="subTitle"/>
          </p:nvPr>
        </p:nvSpPr>
        <p:spPr>
          <a:xfrm>
            <a:off x="4482800" y="2129000"/>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60" name="Google Shape;560;p23"/>
          <p:cNvSpPr txBox="1"/>
          <p:nvPr>
            <p:ph idx="13" type="subTitle"/>
          </p:nvPr>
        </p:nvSpPr>
        <p:spPr>
          <a:xfrm>
            <a:off x="4482800" y="1829238"/>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61" name="Google Shape;561;p23"/>
          <p:cNvSpPr txBox="1"/>
          <p:nvPr>
            <p:ph idx="14" type="subTitle"/>
          </p:nvPr>
        </p:nvSpPr>
        <p:spPr>
          <a:xfrm>
            <a:off x="4482800" y="1596375"/>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62" name="Google Shape;562;p23"/>
          <p:cNvSpPr txBox="1"/>
          <p:nvPr>
            <p:ph idx="15" type="subTitle"/>
          </p:nvPr>
        </p:nvSpPr>
        <p:spPr>
          <a:xfrm>
            <a:off x="4482800" y="1296613"/>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63" name="Google Shape;563;p23"/>
          <p:cNvSpPr txBox="1"/>
          <p:nvPr>
            <p:ph idx="16" type="subTitle"/>
          </p:nvPr>
        </p:nvSpPr>
        <p:spPr>
          <a:xfrm>
            <a:off x="4482800" y="1063750"/>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64" name="Google Shape;564;p23"/>
          <p:cNvSpPr txBox="1"/>
          <p:nvPr>
            <p:ph idx="17"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udience Persona Infographic">
  <p:cSld name="BLANK_1_1_1_1_1_1_1_1_1_1_1_1_3">
    <p:bg>
      <p:bgPr>
        <a:solidFill>
          <a:schemeClr val="lt1"/>
        </a:solidFill>
      </p:bgPr>
    </p:bg>
    <p:spTree>
      <p:nvGrpSpPr>
        <p:cNvPr id="565" name="Shape 565"/>
        <p:cNvGrpSpPr/>
        <p:nvPr/>
      </p:nvGrpSpPr>
      <p:grpSpPr>
        <a:xfrm>
          <a:off x="0" y="0"/>
          <a:ext cx="0" cy="0"/>
          <a:chOff x="0" y="0"/>
          <a:chExt cx="0" cy="0"/>
        </a:xfrm>
      </p:grpSpPr>
      <p:sp>
        <p:nvSpPr>
          <p:cNvPr id="566" name="Google Shape;566;p24"/>
          <p:cNvSpPr/>
          <p:nvPr/>
        </p:nvSpPr>
        <p:spPr>
          <a:xfrm>
            <a:off x="6702700" y="2532550"/>
            <a:ext cx="2441400" cy="26109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67" name="Google Shape;567;p24"/>
          <p:cNvSpPr/>
          <p:nvPr>
            <p:ph idx="2" type="pic"/>
          </p:nvPr>
        </p:nvSpPr>
        <p:spPr>
          <a:xfrm>
            <a:off x="6702600" y="-16150"/>
            <a:ext cx="2441400" cy="2574600"/>
          </a:xfrm>
          <a:prstGeom prst="rect">
            <a:avLst/>
          </a:prstGeom>
          <a:noFill/>
          <a:ln>
            <a:noFill/>
          </a:ln>
        </p:spPr>
      </p:sp>
      <p:sp>
        <p:nvSpPr>
          <p:cNvPr id="568" name="Google Shape;568;p24"/>
          <p:cNvSpPr txBox="1"/>
          <p:nvPr>
            <p:ph idx="1" type="subTitle"/>
          </p:nvPr>
        </p:nvSpPr>
        <p:spPr>
          <a:xfrm>
            <a:off x="115025" y="1739375"/>
            <a:ext cx="3460800" cy="1776600"/>
          </a:xfrm>
          <a:prstGeom prst="rect">
            <a:avLst/>
          </a:prstGeom>
        </p:spPr>
        <p:txBody>
          <a:bodyPr anchorCtr="0" anchor="t" bIns="0" lIns="91425" spcFirstLastPara="1" rIns="91425" wrap="square" tIns="0">
            <a:norm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nSpc>
                <a:spcPct val="115000"/>
              </a:lnSpc>
              <a:spcBef>
                <a:spcPts val="1000"/>
              </a:spcBef>
              <a:spcAft>
                <a:spcPts val="0"/>
              </a:spcAft>
              <a:buClr>
                <a:schemeClr val="dk2"/>
              </a:buClr>
              <a:buSzPts val="1400"/>
              <a:buNone/>
              <a:defRPr>
                <a:solidFill>
                  <a:schemeClr val="dk2"/>
                </a:solidFill>
              </a:defRPr>
            </a:lvl2pPr>
            <a:lvl3pPr lvl="2">
              <a:lnSpc>
                <a:spcPct val="115000"/>
              </a:lnSpc>
              <a:spcBef>
                <a:spcPts val="0"/>
              </a:spcBef>
              <a:spcAft>
                <a:spcPts val="0"/>
              </a:spcAft>
              <a:buClr>
                <a:schemeClr val="dk2"/>
              </a:buClr>
              <a:buSzPts val="1400"/>
              <a:buNone/>
              <a:defRPr>
                <a:solidFill>
                  <a:schemeClr val="dk2"/>
                </a:solidFill>
              </a:defRPr>
            </a:lvl3pPr>
            <a:lvl4pPr lvl="3">
              <a:lnSpc>
                <a:spcPct val="115000"/>
              </a:lnSpc>
              <a:spcBef>
                <a:spcPts val="0"/>
              </a:spcBef>
              <a:spcAft>
                <a:spcPts val="0"/>
              </a:spcAft>
              <a:buClr>
                <a:schemeClr val="dk2"/>
              </a:buClr>
              <a:buSzPts val="1400"/>
              <a:buNone/>
              <a:defRPr>
                <a:solidFill>
                  <a:schemeClr val="dk2"/>
                </a:solidFill>
              </a:defRPr>
            </a:lvl4pPr>
            <a:lvl5pPr lvl="4">
              <a:lnSpc>
                <a:spcPct val="115000"/>
              </a:lnSpc>
              <a:spcBef>
                <a:spcPts val="0"/>
              </a:spcBef>
              <a:spcAft>
                <a:spcPts val="0"/>
              </a:spcAft>
              <a:buClr>
                <a:schemeClr val="dk2"/>
              </a:buClr>
              <a:buSzPts val="1400"/>
              <a:buNone/>
              <a:defRPr>
                <a:solidFill>
                  <a:schemeClr val="dk2"/>
                </a:solidFill>
              </a:defRPr>
            </a:lvl5pPr>
            <a:lvl6pPr lvl="5">
              <a:lnSpc>
                <a:spcPct val="115000"/>
              </a:lnSpc>
              <a:spcBef>
                <a:spcPts val="0"/>
              </a:spcBef>
              <a:spcAft>
                <a:spcPts val="0"/>
              </a:spcAft>
              <a:buClr>
                <a:schemeClr val="dk2"/>
              </a:buClr>
              <a:buSzPts val="1400"/>
              <a:buNone/>
              <a:defRPr>
                <a:solidFill>
                  <a:schemeClr val="dk2"/>
                </a:solidFill>
              </a:defRPr>
            </a:lvl6pPr>
            <a:lvl7pPr lvl="6">
              <a:lnSpc>
                <a:spcPct val="115000"/>
              </a:lnSpc>
              <a:spcBef>
                <a:spcPts val="0"/>
              </a:spcBef>
              <a:spcAft>
                <a:spcPts val="0"/>
              </a:spcAft>
              <a:buClr>
                <a:schemeClr val="dk2"/>
              </a:buClr>
              <a:buSzPts val="1400"/>
              <a:buNone/>
              <a:defRPr>
                <a:solidFill>
                  <a:schemeClr val="dk2"/>
                </a:solidFill>
              </a:defRPr>
            </a:lvl7pPr>
            <a:lvl8pPr lvl="7">
              <a:lnSpc>
                <a:spcPct val="115000"/>
              </a:lnSpc>
              <a:spcBef>
                <a:spcPts val="0"/>
              </a:spcBef>
              <a:spcAft>
                <a:spcPts val="0"/>
              </a:spcAft>
              <a:buClr>
                <a:schemeClr val="dk2"/>
              </a:buClr>
              <a:buSzPts val="1400"/>
              <a:buNone/>
              <a:defRPr>
                <a:solidFill>
                  <a:schemeClr val="dk2"/>
                </a:solidFill>
              </a:defRPr>
            </a:lvl8pPr>
            <a:lvl9pPr lvl="8">
              <a:lnSpc>
                <a:spcPct val="115000"/>
              </a:lnSpc>
              <a:spcBef>
                <a:spcPts val="0"/>
              </a:spcBef>
              <a:spcAft>
                <a:spcPts val="0"/>
              </a:spcAft>
              <a:buClr>
                <a:schemeClr val="dk2"/>
              </a:buClr>
              <a:buSzPts val="1400"/>
              <a:buNone/>
              <a:defRPr>
                <a:solidFill>
                  <a:schemeClr val="dk2"/>
                </a:solidFill>
              </a:defRPr>
            </a:lvl9pPr>
          </a:lstStyle>
          <a:p/>
        </p:txBody>
      </p:sp>
      <p:sp>
        <p:nvSpPr>
          <p:cNvPr id="569" name="Google Shape;569;p24"/>
          <p:cNvSpPr txBox="1"/>
          <p:nvPr>
            <p:ph idx="3" type="subTitle"/>
          </p:nvPr>
        </p:nvSpPr>
        <p:spPr>
          <a:xfrm>
            <a:off x="115025" y="3869063"/>
            <a:ext cx="3460800" cy="8004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100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570" name="Google Shape;570;p24"/>
          <p:cNvSpPr txBox="1"/>
          <p:nvPr>
            <p:ph type="title"/>
          </p:nvPr>
        </p:nvSpPr>
        <p:spPr>
          <a:xfrm>
            <a:off x="3656050" y="1739375"/>
            <a:ext cx="2960700" cy="237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571" name="Google Shape;571;p24"/>
          <p:cNvSpPr txBox="1"/>
          <p:nvPr>
            <p:ph idx="4" type="title"/>
          </p:nvPr>
        </p:nvSpPr>
        <p:spPr>
          <a:xfrm>
            <a:off x="3656050" y="2786778"/>
            <a:ext cx="2960700" cy="3387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572" name="Google Shape;572;p24"/>
          <p:cNvSpPr txBox="1"/>
          <p:nvPr>
            <p:ph idx="5" type="title"/>
          </p:nvPr>
        </p:nvSpPr>
        <p:spPr>
          <a:xfrm>
            <a:off x="3624425" y="4231975"/>
            <a:ext cx="900600" cy="3387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573" name="Google Shape;573;p24"/>
          <p:cNvSpPr txBox="1"/>
          <p:nvPr>
            <p:ph idx="6" type="title"/>
          </p:nvPr>
        </p:nvSpPr>
        <p:spPr>
          <a:xfrm>
            <a:off x="115025" y="1079975"/>
            <a:ext cx="6055500" cy="4923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574" name="Google Shape;574;p24"/>
          <p:cNvSpPr txBox="1"/>
          <p:nvPr>
            <p:ph idx="7"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575" name="Google Shape;575;p24"/>
          <p:cNvSpPr txBox="1"/>
          <p:nvPr>
            <p:ph idx="8" type="title"/>
          </p:nvPr>
        </p:nvSpPr>
        <p:spPr>
          <a:xfrm>
            <a:off x="115025" y="473240"/>
            <a:ext cx="6055500" cy="5772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solidFill>
                  <a:schemeClr val="dk2"/>
                </a:solidFill>
              </a:defRPr>
            </a:lvl1pPr>
            <a:lvl2pPr lvl="1">
              <a:lnSpc>
                <a:spcPct val="115000"/>
              </a:lnSpc>
              <a:spcBef>
                <a:spcPts val="0"/>
              </a:spcBef>
              <a:spcAft>
                <a:spcPts val="0"/>
              </a:spcAft>
              <a:buNone/>
              <a:defRPr sz="3600">
                <a:solidFill>
                  <a:schemeClr val="dk2"/>
                </a:solidFill>
              </a:defRPr>
            </a:lvl2pPr>
            <a:lvl3pPr lvl="2">
              <a:lnSpc>
                <a:spcPct val="115000"/>
              </a:lnSpc>
              <a:spcBef>
                <a:spcPts val="0"/>
              </a:spcBef>
              <a:spcAft>
                <a:spcPts val="0"/>
              </a:spcAft>
              <a:buNone/>
              <a:defRPr sz="3600">
                <a:solidFill>
                  <a:schemeClr val="dk2"/>
                </a:solidFill>
              </a:defRPr>
            </a:lvl3pPr>
            <a:lvl4pPr lvl="3">
              <a:lnSpc>
                <a:spcPct val="115000"/>
              </a:lnSpc>
              <a:spcBef>
                <a:spcPts val="0"/>
              </a:spcBef>
              <a:spcAft>
                <a:spcPts val="0"/>
              </a:spcAft>
              <a:buNone/>
              <a:defRPr sz="3600">
                <a:solidFill>
                  <a:schemeClr val="dk2"/>
                </a:solidFill>
              </a:defRPr>
            </a:lvl4pPr>
            <a:lvl5pPr lvl="4">
              <a:lnSpc>
                <a:spcPct val="115000"/>
              </a:lnSpc>
              <a:spcBef>
                <a:spcPts val="0"/>
              </a:spcBef>
              <a:spcAft>
                <a:spcPts val="0"/>
              </a:spcAft>
              <a:buNone/>
              <a:defRPr sz="3600">
                <a:solidFill>
                  <a:schemeClr val="dk2"/>
                </a:solidFill>
              </a:defRPr>
            </a:lvl5pPr>
            <a:lvl6pPr lvl="5">
              <a:lnSpc>
                <a:spcPct val="115000"/>
              </a:lnSpc>
              <a:spcBef>
                <a:spcPts val="0"/>
              </a:spcBef>
              <a:spcAft>
                <a:spcPts val="0"/>
              </a:spcAft>
              <a:buNone/>
              <a:defRPr sz="3600">
                <a:solidFill>
                  <a:schemeClr val="dk2"/>
                </a:solidFill>
              </a:defRPr>
            </a:lvl6pPr>
            <a:lvl7pPr lvl="6">
              <a:lnSpc>
                <a:spcPct val="115000"/>
              </a:lnSpc>
              <a:spcBef>
                <a:spcPts val="0"/>
              </a:spcBef>
              <a:spcAft>
                <a:spcPts val="0"/>
              </a:spcAft>
              <a:buNone/>
              <a:defRPr sz="3600">
                <a:solidFill>
                  <a:schemeClr val="dk2"/>
                </a:solidFill>
              </a:defRPr>
            </a:lvl7pPr>
            <a:lvl8pPr lvl="7">
              <a:lnSpc>
                <a:spcPct val="115000"/>
              </a:lnSpc>
              <a:spcBef>
                <a:spcPts val="0"/>
              </a:spcBef>
              <a:spcAft>
                <a:spcPts val="0"/>
              </a:spcAft>
              <a:buNone/>
              <a:defRPr sz="3600">
                <a:solidFill>
                  <a:schemeClr val="dk2"/>
                </a:solidFill>
              </a:defRPr>
            </a:lvl8pPr>
            <a:lvl9pPr lvl="8">
              <a:lnSpc>
                <a:spcPct val="115000"/>
              </a:lnSpc>
              <a:spcBef>
                <a:spcPts val="0"/>
              </a:spcBef>
              <a:spcAft>
                <a:spcPts val="0"/>
              </a:spcAft>
              <a:buNone/>
              <a:defRPr sz="3600">
                <a:solidFill>
                  <a:schemeClr val="dk2"/>
                </a:solidFill>
              </a:defRPr>
            </a:lvl9pPr>
          </a:lstStyle>
          <a:p/>
        </p:txBody>
      </p:sp>
      <p:sp>
        <p:nvSpPr>
          <p:cNvPr id="576" name="Google Shape;576;p24"/>
          <p:cNvSpPr txBox="1"/>
          <p:nvPr>
            <p:ph idx="9" type="title"/>
          </p:nvPr>
        </p:nvSpPr>
        <p:spPr>
          <a:xfrm>
            <a:off x="115025" y="3631463"/>
            <a:ext cx="3460800" cy="237600"/>
          </a:xfrm>
          <a:prstGeom prst="rect">
            <a:avLst/>
          </a:prstGeom>
        </p:spPr>
        <p:txBody>
          <a:bodyPr anchorCtr="0" anchor="t" bIns="0" lIns="91425" spcFirstLastPara="1" rIns="0" wrap="square" tIns="0">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577" name="Google Shape;577;p24"/>
          <p:cNvSpPr txBox="1"/>
          <p:nvPr>
            <p:ph idx="13" type="subTitle"/>
          </p:nvPr>
        </p:nvSpPr>
        <p:spPr>
          <a:xfrm>
            <a:off x="6751650" y="2599100"/>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78" name="Google Shape;578;p24"/>
          <p:cNvSpPr txBox="1"/>
          <p:nvPr>
            <p:ph idx="14" type="subTitle"/>
          </p:nvPr>
        </p:nvSpPr>
        <p:spPr>
          <a:xfrm>
            <a:off x="6751650" y="2912378"/>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79" name="Google Shape;579;p24"/>
          <p:cNvSpPr txBox="1"/>
          <p:nvPr>
            <p:ph idx="15" type="subTitle"/>
          </p:nvPr>
        </p:nvSpPr>
        <p:spPr>
          <a:xfrm>
            <a:off x="6751650" y="3225655"/>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80" name="Google Shape;580;p24"/>
          <p:cNvSpPr txBox="1"/>
          <p:nvPr>
            <p:ph idx="16" type="subTitle"/>
          </p:nvPr>
        </p:nvSpPr>
        <p:spPr>
          <a:xfrm>
            <a:off x="6751650" y="3538932"/>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81" name="Google Shape;581;p24"/>
          <p:cNvSpPr txBox="1"/>
          <p:nvPr>
            <p:ph idx="17" type="subTitle"/>
          </p:nvPr>
        </p:nvSpPr>
        <p:spPr>
          <a:xfrm>
            <a:off x="6751650" y="3852210"/>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82" name="Google Shape;582;p24"/>
          <p:cNvSpPr txBox="1"/>
          <p:nvPr>
            <p:ph idx="18" type="subTitle"/>
          </p:nvPr>
        </p:nvSpPr>
        <p:spPr>
          <a:xfrm>
            <a:off x="6751650" y="4165488"/>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83" name="Google Shape;583;p24"/>
          <p:cNvSpPr txBox="1"/>
          <p:nvPr>
            <p:ph idx="19"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2">
  <p:cSld name="BLANK_1_1_1_1_1_1_1_1_1_1_1_1_2">
    <p:spTree>
      <p:nvGrpSpPr>
        <p:cNvPr id="584" name="Shape 584"/>
        <p:cNvGrpSpPr/>
        <p:nvPr/>
      </p:nvGrpSpPr>
      <p:grpSpPr>
        <a:xfrm>
          <a:off x="0" y="0"/>
          <a:ext cx="0" cy="0"/>
          <a:chOff x="0" y="0"/>
          <a:chExt cx="0" cy="0"/>
        </a:xfrm>
      </p:grpSpPr>
      <p:sp>
        <p:nvSpPr>
          <p:cNvPr id="585" name="Google Shape;585;p25"/>
          <p:cNvSpPr/>
          <p:nvPr/>
        </p:nvSpPr>
        <p:spPr>
          <a:xfrm flipH="1" rot="-8100000">
            <a:off x="4692650" y="965198"/>
            <a:ext cx="4843399" cy="2480248"/>
          </a:xfrm>
          <a:prstGeom prst="flowChartConnector">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6" name="Google Shape;586;p25"/>
          <p:cNvSpPr/>
          <p:nvPr/>
        </p:nvSpPr>
        <p:spPr>
          <a:xfrm flipH="1" rot="10800000">
            <a:off x="4676692" y="3337812"/>
            <a:ext cx="4467295" cy="1685226"/>
          </a:xfrm>
          <a:custGeom>
            <a:rect b="b" l="l" r="r" t="t"/>
            <a:pathLst>
              <a:path extrusionOk="0" h="51371" w="119855">
                <a:moveTo>
                  <a:pt x="32006" y="0"/>
                </a:moveTo>
                <a:lnTo>
                  <a:pt x="30303" y="29"/>
                </a:lnTo>
                <a:lnTo>
                  <a:pt x="28658" y="116"/>
                </a:lnTo>
                <a:lnTo>
                  <a:pt x="27042" y="202"/>
                </a:lnTo>
                <a:lnTo>
                  <a:pt x="25455" y="289"/>
                </a:lnTo>
                <a:lnTo>
                  <a:pt x="23896" y="433"/>
                </a:lnTo>
                <a:lnTo>
                  <a:pt x="22367" y="606"/>
                </a:lnTo>
                <a:lnTo>
                  <a:pt x="20895" y="779"/>
                </a:lnTo>
                <a:lnTo>
                  <a:pt x="19452" y="1010"/>
                </a:lnTo>
                <a:lnTo>
                  <a:pt x="18067" y="1241"/>
                </a:lnTo>
                <a:lnTo>
                  <a:pt x="16710" y="1501"/>
                </a:lnTo>
                <a:lnTo>
                  <a:pt x="15383" y="1761"/>
                </a:lnTo>
                <a:lnTo>
                  <a:pt x="14142" y="2078"/>
                </a:lnTo>
                <a:lnTo>
                  <a:pt x="12930" y="2396"/>
                </a:lnTo>
                <a:lnTo>
                  <a:pt x="11746" y="2771"/>
                </a:lnTo>
                <a:lnTo>
                  <a:pt x="10621" y="3117"/>
                </a:lnTo>
                <a:lnTo>
                  <a:pt x="9524" y="3550"/>
                </a:lnTo>
                <a:lnTo>
                  <a:pt x="8485" y="3983"/>
                </a:lnTo>
                <a:lnTo>
                  <a:pt x="7504" y="4416"/>
                </a:lnTo>
                <a:lnTo>
                  <a:pt x="6581" y="4906"/>
                </a:lnTo>
                <a:lnTo>
                  <a:pt x="5715" y="5397"/>
                </a:lnTo>
                <a:lnTo>
                  <a:pt x="4907" y="5916"/>
                </a:lnTo>
                <a:lnTo>
                  <a:pt x="4156" y="6465"/>
                </a:lnTo>
                <a:lnTo>
                  <a:pt x="3464" y="7013"/>
                </a:lnTo>
                <a:lnTo>
                  <a:pt x="2829" y="7590"/>
                </a:lnTo>
                <a:lnTo>
                  <a:pt x="2281" y="8196"/>
                </a:lnTo>
                <a:lnTo>
                  <a:pt x="1761" y="8802"/>
                </a:lnTo>
                <a:lnTo>
                  <a:pt x="1328" y="9437"/>
                </a:lnTo>
                <a:lnTo>
                  <a:pt x="953" y="10072"/>
                </a:lnTo>
                <a:lnTo>
                  <a:pt x="636" y="10765"/>
                </a:lnTo>
                <a:lnTo>
                  <a:pt x="376" y="11429"/>
                </a:lnTo>
                <a:lnTo>
                  <a:pt x="174" y="12121"/>
                </a:lnTo>
                <a:lnTo>
                  <a:pt x="87" y="12698"/>
                </a:lnTo>
                <a:lnTo>
                  <a:pt x="29" y="13276"/>
                </a:lnTo>
                <a:lnTo>
                  <a:pt x="1" y="13853"/>
                </a:lnTo>
                <a:lnTo>
                  <a:pt x="29" y="14430"/>
                </a:lnTo>
                <a:lnTo>
                  <a:pt x="87" y="15007"/>
                </a:lnTo>
                <a:lnTo>
                  <a:pt x="174" y="15613"/>
                </a:lnTo>
                <a:lnTo>
                  <a:pt x="318" y="16219"/>
                </a:lnTo>
                <a:lnTo>
                  <a:pt x="491" y="16796"/>
                </a:lnTo>
                <a:lnTo>
                  <a:pt x="722" y="17403"/>
                </a:lnTo>
                <a:lnTo>
                  <a:pt x="953" y="18009"/>
                </a:lnTo>
                <a:lnTo>
                  <a:pt x="1242" y="18615"/>
                </a:lnTo>
                <a:lnTo>
                  <a:pt x="1588" y="19221"/>
                </a:lnTo>
                <a:lnTo>
                  <a:pt x="1934" y="19856"/>
                </a:lnTo>
                <a:lnTo>
                  <a:pt x="2338" y="20462"/>
                </a:lnTo>
                <a:lnTo>
                  <a:pt x="2771" y="21068"/>
                </a:lnTo>
                <a:lnTo>
                  <a:pt x="3233" y="21703"/>
                </a:lnTo>
                <a:lnTo>
                  <a:pt x="3752" y="22309"/>
                </a:lnTo>
                <a:lnTo>
                  <a:pt x="4272" y="22944"/>
                </a:lnTo>
                <a:lnTo>
                  <a:pt x="4849" y="23550"/>
                </a:lnTo>
                <a:lnTo>
                  <a:pt x="5455" y="24185"/>
                </a:lnTo>
                <a:lnTo>
                  <a:pt x="6090" y="24791"/>
                </a:lnTo>
                <a:lnTo>
                  <a:pt x="6754" y="25426"/>
                </a:lnTo>
                <a:lnTo>
                  <a:pt x="7446" y="26032"/>
                </a:lnTo>
                <a:lnTo>
                  <a:pt x="8197" y="26638"/>
                </a:lnTo>
                <a:lnTo>
                  <a:pt x="8947" y="27273"/>
                </a:lnTo>
                <a:lnTo>
                  <a:pt x="9726" y="27879"/>
                </a:lnTo>
                <a:lnTo>
                  <a:pt x="10563" y="28485"/>
                </a:lnTo>
                <a:lnTo>
                  <a:pt x="11400" y="29120"/>
                </a:lnTo>
                <a:lnTo>
                  <a:pt x="12295" y="29726"/>
                </a:lnTo>
                <a:lnTo>
                  <a:pt x="13189" y="30332"/>
                </a:lnTo>
                <a:lnTo>
                  <a:pt x="14113" y="30938"/>
                </a:lnTo>
                <a:lnTo>
                  <a:pt x="15094" y="31544"/>
                </a:lnTo>
                <a:lnTo>
                  <a:pt x="17085" y="32727"/>
                </a:lnTo>
                <a:lnTo>
                  <a:pt x="19192" y="33910"/>
                </a:lnTo>
                <a:lnTo>
                  <a:pt x="21414" y="35065"/>
                </a:lnTo>
                <a:lnTo>
                  <a:pt x="23723" y="36219"/>
                </a:lnTo>
                <a:lnTo>
                  <a:pt x="26118" y="37316"/>
                </a:lnTo>
                <a:lnTo>
                  <a:pt x="28629" y="38412"/>
                </a:lnTo>
                <a:lnTo>
                  <a:pt x="31198" y="39480"/>
                </a:lnTo>
                <a:lnTo>
                  <a:pt x="33853" y="40519"/>
                </a:lnTo>
                <a:lnTo>
                  <a:pt x="36595" y="41529"/>
                </a:lnTo>
                <a:lnTo>
                  <a:pt x="39423" y="42510"/>
                </a:lnTo>
                <a:lnTo>
                  <a:pt x="42309" y="43434"/>
                </a:lnTo>
                <a:lnTo>
                  <a:pt x="45281" y="44329"/>
                </a:lnTo>
                <a:lnTo>
                  <a:pt x="48283" y="45194"/>
                </a:lnTo>
                <a:lnTo>
                  <a:pt x="51371" y="46002"/>
                </a:lnTo>
                <a:lnTo>
                  <a:pt x="54516" y="46782"/>
                </a:lnTo>
                <a:lnTo>
                  <a:pt x="57691" y="47503"/>
                </a:lnTo>
                <a:lnTo>
                  <a:pt x="59884" y="47965"/>
                </a:lnTo>
                <a:lnTo>
                  <a:pt x="62049" y="48398"/>
                </a:lnTo>
                <a:lnTo>
                  <a:pt x="64213" y="48802"/>
                </a:lnTo>
                <a:lnTo>
                  <a:pt x="66378" y="49177"/>
                </a:lnTo>
                <a:lnTo>
                  <a:pt x="68542" y="49523"/>
                </a:lnTo>
                <a:lnTo>
                  <a:pt x="70678" y="49841"/>
                </a:lnTo>
                <a:lnTo>
                  <a:pt x="72813" y="50129"/>
                </a:lnTo>
                <a:lnTo>
                  <a:pt x="74949" y="50389"/>
                </a:lnTo>
                <a:lnTo>
                  <a:pt x="77027" y="50620"/>
                </a:lnTo>
                <a:lnTo>
                  <a:pt x="79133" y="50822"/>
                </a:lnTo>
                <a:lnTo>
                  <a:pt x="81183" y="50995"/>
                </a:lnTo>
                <a:lnTo>
                  <a:pt x="83232" y="51111"/>
                </a:lnTo>
                <a:lnTo>
                  <a:pt x="85252" y="51226"/>
                </a:lnTo>
                <a:lnTo>
                  <a:pt x="87272" y="51313"/>
                </a:lnTo>
                <a:lnTo>
                  <a:pt x="89234" y="51370"/>
                </a:lnTo>
                <a:lnTo>
                  <a:pt x="91168" y="51370"/>
                </a:lnTo>
                <a:lnTo>
                  <a:pt x="93534" y="51342"/>
                </a:lnTo>
                <a:lnTo>
                  <a:pt x="95843" y="51284"/>
                </a:lnTo>
                <a:lnTo>
                  <a:pt x="98094" y="51168"/>
                </a:lnTo>
                <a:lnTo>
                  <a:pt x="100259" y="50995"/>
                </a:lnTo>
                <a:lnTo>
                  <a:pt x="102365" y="50764"/>
                </a:lnTo>
                <a:lnTo>
                  <a:pt x="104386" y="50533"/>
                </a:lnTo>
                <a:lnTo>
                  <a:pt x="106319" y="50216"/>
                </a:lnTo>
                <a:lnTo>
                  <a:pt x="108195" y="49870"/>
                </a:lnTo>
                <a:lnTo>
                  <a:pt x="109955" y="49466"/>
                </a:lnTo>
                <a:lnTo>
                  <a:pt x="111658" y="49033"/>
                </a:lnTo>
                <a:lnTo>
                  <a:pt x="113274" y="48571"/>
                </a:lnTo>
                <a:lnTo>
                  <a:pt x="114025" y="48311"/>
                </a:lnTo>
                <a:lnTo>
                  <a:pt x="114775" y="48052"/>
                </a:lnTo>
                <a:lnTo>
                  <a:pt x="115497" y="47763"/>
                </a:lnTo>
                <a:lnTo>
                  <a:pt x="116189" y="47474"/>
                </a:lnTo>
                <a:lnTo>
                  <a:pt x="116882" y="47186"/>
                </a:lnTo>
                <a:lnTo>
                  <a:pt x="117517" y="46868"/>
                </a:lnTo>
                <a:lnTo>
                  <a:pt x="118152" y="46580"/>
                </a:lnTo>
                <a:lnTo>
                  <a:pt x="118729" y="46233"/>
                </a:lnTo>
                <a:lnTo>
                  <a:pt x="119306" y="45916"/>
                </a:lnTo>
                <a:lnTo>
                  <a:pt x="119854" y="45570"/>
                </a:lnTo>
                <a:lnTo>
                  <a:pt x="119854" y="27590"/>
                </a:lnTo>
                <a:lnTo>
                  <a:pt x="118989" y="26724"/>
                </a:lnTo>
                <a:lnTo>
                  <a:pt x="118065" y="25858"/>
                </a:lnTo>
                <a:lnTo>
                  <a:pt x="117084" y="24993"/>
                </a:lnTo>
                <a:lnTo>
                  <a:pt x="116045" y="24127"/>
                </a:lnTo>
                <a:lnTo>
                  <a:pt x="114919" y="23290"/>
                </a:lnTo>
                <a:lnTo>
                  <a:pt x="113765" y="22424"/>
                </a:lnTo>
                <a:lnTo>
                  <a:pt x="112553" y="21558"/>
                </a:lnTo>
                <a:lnTo>
                  <a:pt x="111283" y="20721"/>
                </a:lnTo>
                <a:lnTo>
                  <a:pt x="109927" y="19884"/>
                </a:lnTo>
                <a:lnTo>
                  <a:pt x="108570" y="19048"/>
                </a:lnTo>
                <a:lnTo>
                  <a:pt x="107127" y="18239"/>
                </a:lnTo>
                <a:lnTo>
                  <a:pt x="105627" y="17403"/>
                </a:lnTo>
                <a:lnTo>
                  <a:pt x="104097" y="16594"/>
                </a:lnTo>
                <a:lnTo>
                  <a:pt x="102510" y="15786"/>
                </a:lnTo>
                <a:lnTo>
                  <a:pt x="100894" y="15007"/>
                </a:lnTo>
                <a:lnTo>
                  <a:pt x="99220" y="14228"/>
                </a:lnTo>
                <a:lnTo>
                  <a:pt x="97430" y="13420"/>
                </a:lnTo>
                <a:lnTo>
                  <a:pt x="95612" y="12641"/>
                </a:lnTo>
                <a:lnTo>
                  <a:pt x="93765" y="11890"/>
                </a:lnTo>
                <a:lnTo>
                  <a:pt x="91889" y="11140"/>
                </a:lnTo>
                <a:lnTo>
                  <a:pt x="89985" y="10419"/>
                </a:lnTo>
                <a:lnTo>
                  <a:pt x="88022" y="9726"/>
                </a:lnTo>
                <a:lnTo>
                  <a:pt x="86060" y="9033"/>
                </a:lnTo>
                <a:lnTo>
                  <a:pt x="84040" y="8369"/>
                </a:lnTo>
                <a:lnTo>
                  <a:pt x="82019" y="7735"/>
                </a:lnTo>
                <a:lnTo>
                  <a:pt x="79970" y="7100"/>
                </a:lnTo>
                <a:lnTo>
                  <a:pt x="77893" y="6522"/>
                </a:lnTo>
                <a:lnTo>
                  <a:pt x="75786" y="5945"/>
                </a:lnTo>
                <a:lnTo>
                  <a:pt x="73650" y="5368"/>
                </a:lnTo>
                <a:lnTo>
                  <a:pt x="71515" y="4849"/>
                </a:lnTo>
                <a:lnTo>
                  <a:pt x="69379" y="4329"/>
                </a:lnTo>
                <a:lnTo>
                  <a:pt x="67214" y="3839"/>
                </a:lnTo>
                <a:lnTo>
                  <a:pt x="65021" y="3377"/>
                </a:lnTo>
                <a:lnTo>
                  <a:pt x="62857" y="2944"/>
                </a:lnTo>
                <a:lnTo>
                  <a:pt x="60692" y="2540"/>
                </a:lnTo>
                <a:lnTo>
                  <a:pt x="58528" y="2194"/>
                </a:lnTo>
                <a:lnTo>
                  <a:pt x="56363" y="1847"/>
                </a:lnTo>
                <a:lnTo>
                  <a:pt x="54228" y="1530"/>
                </a:lnTo>
                <a:lnTo>
                  <a:pt x="52092" y="1241"/>
                </a:lnTo>
                <a:lnTo>
                  <a:pt x="49985" y="981"/>
                </a:lnTo>
                <a:lnTo>
                  <a:pt x="47879" y="751"/>
                </a:lnTo>
                <a:lnTo>
                  <a:pt x="45772" y="549"/>
                </a:lnTo>
                <a:lnTo>
                  <a:pt x="43723" y="375"/>
                </a:lnTo>
                <a:lnTo>
                  <a:pt x="41674" y="231"/>
                </a:lnTo>
                <a:lnTo>
                  <a:pt x="39654" y="116"/>
                </a:lnTo>
                <a:lnTo>
                  <a:pt x="37662" y="58"/>
                </a:lnTo>
                <a:lnTo>
                  <a:pt x="35671" y="0"/>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587" name="Google Shape;587;p25"/>
          <p:cNvSpPr/>
          <p:nvPr>
            <p:ph idx="2" type="pic"/>
          </p:nvPr>
        </p:nvSpPr>
        <p:spPr>
          <a:xfrm>
            <a:off x="5457500" y="0"/>
            <a:ext cx="3686400" cy="5143500"/>
          </a:xfrm>
          <a:prstGeom prst="rect">
            <a:avLst/>
          </a:prstGeom>
          <a:noFill/>
          <a:ln>
            <a:noFill/>
          </a:ln>
        </p:spPr>
      </p:sp>
      <p:sp>
        <p:nvSpPr>
          <p:cNvPr id="588" name="Google Shape;588;p25"/>
          <p:cNvSpPr txBox="1"/>
          <p:nvPr>
            <p:ph idx="1" type="body"/>
          </p:nvPr>
        </p:nvSpPr>
        <p:spPr>
          <a:xfrm>
            <a:off x="115025" y="1743625"/>
            <a:ext cx="2094000" cy="28647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Font typeface="Sora Light"/>
              <a:buChar char="●"/>
              <a:defRPr sz="1000">
                <a:latin typeface="Sora Light"/>
                <a:ea typeface="Sora Light"/>
                <a:cs typeface="Sora Light"/>
                <a:sym typeface="Sora Light"/>
              </a:defRPr>
            </a:lvl1pPr>
            <a:lvl2pPr indent="-292100" lvl="1" marL="914400">
              <a:spcBef>
                <a:spcPts val="800"/>
              </a:spcBef>
              <a:spcAft>
                <a:spcPts val="0"/>
              </a:spcAft>
              <a:buSzPts val="1000"/>
              <a:buFont typeface="Sora Light"/>
              <a:buChar char="○"/>
              <a:defRPr sz="1000">
                <a:latin typeface="Sora Light"/>
                <a:ea typeface="Sora Light"/>
                <a:cs typeface="Sora Light"/>
                <a:sym typeface="Sora Light"/>
              </a:defRPr>
            </a:lvl2pPr>
            <a:lvl3pPr indent="-292100" lvl="2" marL="1371600">
              <a:spcBef>
                <a:spcPts val="800"/>
              </a:spcBef>
              <a:spcAft>
                <a:spcPts val="0"/>
              </a:spcAft>
              <a:buSzPts val="1000"/>
              <a:buFont typeface="Sora Light"/>
              <a:buChar char="■"/>
              <a:defRPr sz="1000">
                <a:latin typeface="Sora Light"/>
                <a:ea typeface="Sora Light"/>
                <a:cs typeface="Sora Light"/>
                <a:sym typeface="Sora Light"/>
              </a:defRPr>
            </a:lvl3pPr>
            <a:lvl4pPr indent="-292100" lvl="3" marL="1828800">
              <a:spcBef>
                <a:spcPts val="800"/>
              </a:spcBef>
              <a:spcAft>
                <a:spcPts val="0"/>
              </a:spcAft>
              <a:buSzPts val="1000"/>
              <a:buFont typeface="Sora Light"/>
              <a:buChar char="●"/>
              <a:defRPr sz="1000">
                <a:latin typeface="Sora Light"/>
                <a:ea typeface="Sora Light"/>
                <a:cs typeface="Sora Light"/>
                <a:sym typeface="Sora Light"/>
              </a:defRPr>
            </a:lvl4pPr>
            <a:lvl5pPr indent="-292100" lvl="4" marL="2286000">
              <a:spcBef>
                <a:spcPts val="800"/>
              </a:spcBef>
              <a:spcAft>
                <a:spcPts val="0"/>
              </a:spcAft>
              <a:buSzPts val="1000"/>
              <a:buFont typeface="Sora Light"/>
              <a:buChar char="○"/>
              <a:defRPr sz="1000">
                <a:latin typeface="Sora Light"/>
                <a:ea typeface="Sora Light"/>
                <a:cs typeface="Sora Light"/>
                <a:sym typeface="Sora Light"/>
              </a:defRPr>
            </a:lvl5pPr>
            <a:lvl6pPr indent="-292100" lvl="5" marL="2743200">
              <a:spcBef>
                <a:spcPts val="800"/>
              </a:spcBef>
              <a:spcAft>
                <a:spcPts val="0"/>
              </a:spcAft>
              <a:buSzPts val="1000"/>
              <a:buFont typeface="Sora Light"/>
              <a:buChar char="■"/>
              <a:defRPr sz="1000">
                <a:latin typeface="Sora Light"/>
                <a:ea typeface="Sora Light"/>
                <a:cs typeface="Sora Light"/>
                <a:sym typeface="Sora Light"/>
              </a:defRPr>
            </a:lvl6pPr>
            <a:lvl7pPr indent="-292100" lvl="6" marL="3200400">
              <a:spcBef>
                <a:spcPts val="800"/>
              </a:spcBef>
              <a:spcAft>
                <a:spcPts val="0"/>
              </a:spcAft>
              <a:buSzPts val="1000"/>
              <a:buFont typeface="Sora Light"/>
              <a:buChar char="●"/>
              <a:defRPr sz="1000">
                <a:latin typeface="Sora Light"/>
                <a:ea typeface="Sora Light"/>
                <a:cs typeface="Sora Light"/>
                <a:sym typeface="Sora Light"/>
              </a:defRPr>
            </a:lvl7pPr>
            <a:lvl8pPr indent="-292100" lvl="7" marL="3657600">
              <a:spcBef>
                <a:spcPts val="800"/>
              </a:spcBef>
              <a:spcAft>
                <a:spcPts val="0"/>
              </a:spcAft>
              <a:buSzPts val="1000"/>
              <a:buFont typeface="Sora Light"/>
              <a:buChar char="○"/>
              <a:defRPr sz="1000">
                <a:latin typeface="Sora Light"/>
                <a:ea typeface="Sora Light"/>
                <a:cs typeface="Sora Light"/>
                <a:sym typeface="Sora Light"/>
              </a:defRPr>
            </a:lvl8pPr>
            <a:lvl9pPr indent="-292100" lvl="8" marL="4114800">
              <a:spcBef>
                <a:spcPts val="800"/>
              </a:spcBef>
              <a:spcAft>
                <a:spcPts val="800"/>
              </a:spcAft>
              <a:buSzPts val="1000"/>
              <a:buFont typeface="Sora Light"/>
              <a:buChar char="■"/>
              <a:defRPr sz="1000">
                <a:latin typeface="Sora Light"/>
                <a:ea typeface="Sora Light"/>
                <a:cs typeface="Sora Light"/>
                <a:sym typeface="Sora Light"/>
              </a:defRPr>
            </a:lvl9pPr>
          </a:lstStyle>
          <a:p/>
        </p:txBody>
      </p:sp>
      <p:sp>
        <p:nvSpPr>
          <p:cNvPr id="589" name="Google Shape;589;p25"/>
          <p:cNvSpPr txBox="1"/>
          <p:nvPr>
            <p:ph idx="3" type="body"/>
          </p:nvPr>
        </p:nvSpPr>
        <p:spPr>
          <a:xfrm>
            <a:off x="2276600" y="1743625"/>
            <a:ext cx="2904900" cy="2864700"/>
          </a:xfrm>
          <a:prstGeom prst="rect">
            <a:avLst/>
          </a:prstGeom>
        </p:spPr>
        <p:txBody>
          <a:bodyPr anchorCtr="0" anchor="t" bIns="91425" lIns="91425" spcFirstLastPara="1" rIns="91425" wrap="square" tIns="91425">
            <a:noAutofit/>
          </a:bodyPr>
          <a:lstStyle>
            <a:lvl1pPr indent="-292100" lvl="0" marL="457200">
              <a:lnSpc>
                <a:spcPct val="115000"/>
              </a:lnSpc>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nSpc>
                <a:spcPct val="115000"/>
              </a:lnSpc>
              <a:spcBef>
                <a:spcPts val="800"/>
              </a:spcBef>
              <a:spcAft>
                <a:spcPts val="800"/>
              </a:spcAft>
              <a:buClr>
                <a:schemeClr val="lt1"/>
              </a:buClr>
              <a:buSzPts val="1000"/>
              <a:buFont typeface="Sora Light"/>
              <a:buChar char="■"/>
              <a:defRPr sz="1000">
                <a:latin typeface="Sora Light"/>
                <a:ea typeface="Sora Light"/>
                <a:cs typeface="Sora Light"/>
                <a:sym typeface="Sora Light"/>
              </a:defRPr>
            </a:lvl9pPr>
          </a:lstStyle>
          <a:p/>
        </p:txBody>
      </p:sp>
      <p:sp>
        <p:nvSpPr>
          <p:cNvPr id="590" name="Google Shape;590;p25"/>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591" name="Google Shape;591;p25"/>
          <p:cNvSpPr txBox="1"/>
          <p:nvPr>
            <p:ph idx="4" type="title"/>
          </p:nvPr>
        </p:nvSpPr>
        <p:spPr>
          <a:xfrm>
            <a:off x="115025" y="502775"/>
            <a:ext cx="51255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592" name="Google Shape;592;p25"/>
          <p:cNvSpPr txBox="1"/>
          <p:nvPr>
            <p:ph idx="5"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Alt 2">
  <p:cSld name="BLANK_1_1_1_1_1_1_1_1_1_1_1_1_1_1">
    <p:bg>
      <p:bgPr>
        <a:solidFill>
          <a:schemeClr val="lt1"/>
        </a:solidFill>
      </p:bgPr>
    </p:bg>
    <p:spTree>
      <p:nvGrpSpPr>
        <p:cNvPr id="593" name="Shape 593"/>
        <p:cNvGrpSpPr/>
        <p:nvPr/>
      </p:nvGrpSpPr>
      <p:grpSpPr>
        <a:xfrm>
          <a:off x="0" y="0"/>
          <a:ext cx="0" cy="0"/>
          <a:chOff x="0" y="0"/>
          <a:chExt cx="0" cy="0"/>
        </a:xfrm>
      </p:grpSpPr>
      <p:grpSp>
        <p:nvGrpSpPr>
          <p:cNvPr id="594" name="Google Shape;594;p26"/>
          <p:cNvGrpSpPr/>
          <p:nvPr/>
        </p:nvGrpSpPr>
        <p:grpSpPr>
          <a:xfrm>
            <a:off x="7704171" y="1036593"/>
            <a:ext cx="1439893" cy="3234395"/>
            <a:chOff x="461225" y="3249175"/>
            <a:chExt cx="1110600" cy="2221578"/>
          </a:xfrm>
        </p:grpSpPr>
        <p:grpSp>
          <p:nvGrpSpPr>
            <p:cNvPr id="595" name="Google Shape;595;p26"/>
            <p:cNvGrpSpPr/>
            <p:nvPr/>
          </p:nvGrpSpPr>
          <p:grpSpPr>
            <a:xfrm>
              <a:off x="831422" y="3249175"/>
              <a:ext cx="740403" cy="2221578"/>
              <a:chOff x="831422" y="3249175"/>
              <a:chExt cx="740403" cy="2221578"/>
            </a:xfrm>
          </p:grpSpPr>
          <p:sp>
            <p:nvSpPr>
              <p:cNvPr id="596" name="Google Shape;596;p26"/>
              <p:cNvSpPr/>
              <p:nvPr/>
            </p:nvSpPr>
            <p:spPr>
              <a:xfrm>
                <a:off x="831422"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597" name="Google Shape;597;p26"/>
              <p:cNvSpPr/>
              <p:nvPr/>
            </p:nvSpPr>
            <p:spPr>
              <a:xfrm>
                <a:off x="1201622" y="510055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598" name="Google Shape;598;p26"/>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nvGrpSpPr>
            <p:cNvPr id="599" name="Google Shape;599;p26"/>
            <p:cNvGrpSpPr/>
            <p:nvPr/>
          </p:nvGrpSpPr>
          <p:grpSpPr>
            <a:xfrm>
              <a:off x="461225" y="3619500"/>
              <a:ext cx="1110600" cy="370200"/>
              <a:chOff x="461225" y="3249175"/>
              <a:chExt cx="1110600" cy="370200"/>
            </a:xfrm>
          </p:grpSpPr>
          <p:sp>
            <p:nvSpPr>
              <p:cNvPr id="600" name="Google Shape;600;p26"/>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01" name="Google Shape;601;p26"/>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02" name="Google Shape;602;p26"/>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nvGrpSpPr>
            <p:cNvPr id="603" name="Google Shape;603;p26"/>
            <p:cNvGrpSpPr/>
            <p:nvPr/>
          </p:nvGrpSpPr>
          <p:grpSpPr>
            <a:xfrm>
              <a:off x="461225" y="3989700"/>
              <a:ext cx="1110600" cy="1110726"/>
              <a:chOff x="461225" y="3249175"/>
              <a:chExt cx="1110600" cy="1110726"/>
            </a:xfrm>
          </p:grpSpPr>
          <p:sp>
            <p:nvSpPr>
              <p:cNvPr id="604" name="Google Shape;604;p26"/>
              <p:cNvSpPr/>
              <p:nvPr/>
            </p:nvSpPr>
            <p:spPr>
              <a:xfrm>
                <a:off x="461225" y="3989701"/>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05" name="Google Shape;605;p26"/>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06" name="Google Shape;606;p26"/>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nvGrpSpPr>
            <p:cNvPr id="607" name="Google Shape;607;p26"/>
            <p:cNvGrpSpPr/>
            <p:nvPr/>
          </p:nvGrpSpPr>
          <p:grpSpPr>
            <a:xfrm>
              <a:off x="831422" y="4360025"/>
              <a:ext cx="370203" cy="740520"/>
              <a:chOff x="831422" y="3249175"/>
              <a:chExt cx="370203" cy="740520"/>
            </a:xfrm>
          </p:grpSpPr>
          <p:sp>
            <p:nvSpPr>
              <p:cNvPr id="608" name="Google Shape;608;p26"/>
              <p:cNvSpPr/>
              <p:nvPr/>
            </p:nvSpPr>
            <p:spPr>
              <a:xfrm>
                <a:off x="831422" y="361949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09" name="Google Shape;609;p26"/>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sp>
        <p:nvSpPr>
          <p:cNvPr id="610" name="Google Shape;610;p26"/>
          <p:cNvSpPr/>
          <p:nvPr/>
        </p:nvSpPr>
        <p:spPr>
          <a:xfrm>
            <a:off x="7394250" y="-8100"/>
            <a:ext cx="1759750" cy="2691775"/>
          </a:xfrm>
          <a:custGeom>
            <a:rect b="b" l="l" r="r" t="t"/>
            <a:pathLst>
              <a:path extrusionOk="0" h="107671" w="70390">
                <a:moveTo>
                  <a:pt x="0" y="95"/>
                </a:moveTo>
                <a:lnTo>
                  <a:pt x="70390" y="0"/>
                </a:lnTo>
                <a:lnTo>
                  <a:pt x="70200" y="107671"/>
                </a:lnTo>
                <a:close/>
              </a:path>
            </a:pathLst>
          </a:custGeom>
          <a:gradFill>
            <a:gsLst>
              <a:gs pos="0">
                <a:schemeClr val="accent2"/>
              </a:gs>
              <a:gs pos="37000">
                <a:schemeClr val="lt2"/>
              </a:gs>
              <a:gs pos="92000">
                <a:schemeClr val="accent1"/>
              </a:gs>
              <a:gs pos="100000">
                <a:schemeClr val="accent1"/>
              </a:gs>
            </a:gsLst>
            <a:lin ang="13500032" scaled="0"/>
          </a:gradFill>
          <a:ln>
            <a:noFill/>
          </a:ln>
        </p:spPr>
      </p:sp>
      <p:sp>
        <p:nvSpPr>
          <p:cNvPr id="611" name="Google Shape;611;p26"/>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612" name="Google Shape;612;p26"/>
          <p:cNvSpPr txBox="1"/>
          <p:nvPr>
            <p:ph idx="2" type="title"/>
          </p:nvPr>
        </p:nvSpPr>
        <p:spPr>
          <a:xfrm>
            <a:off x="115025" y="502775"/>
            <a:ext cx="6055500" cy="8409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solidFill>
                  <a:schemeClr val="dk2"/>
                </a:solidFill>
              </a:defRPr>
            </a:lvl1pPr>
            <a:lvl2pPr lvl="1">
              <a:lnSpc>
                <a:spcPct val="115000"/>
              </a:lnSpc>
              <a:spcBef>
                <a:spcPts val="0"/>
              </a:spcBef>
              <a:spcAft>
                <a:spcPts val="0"/>
              </a:spcAft>
              <a:buNone/>
              <a:defRPr sz="3600">
                <a:solidFill>
                  <a:schemeClr val="dk2"/>
                </a:solidFill>
              </a:defRPr>
            </a:lvl2pPr>
            <a:lvl3pPr lvl="2">
              <a:lnSpc>
                <a:spcPct val="115000"/>
              </a:lnSpc>
              <a:spcBef>
                <a:spcPts val="0"/>
              </a:spcBef>
              <a:spcAft>
                <a:spcPts val="0"/>
              </a:spcAft>
              <a:buNone/>
              <a:defRPr sz="3600">
                <a:solidFill>
                  <a:schemeClr val="dk2"/>
                </a:solidFill>
              </a:defRPr>
            </a:lvl3pPr>
            <a:lvl4pPr lvl="3">
              <a:lnSpc>
                <a:spcPct val="115000"/>
              </a:lnSpc>
              <a:spcBef>
                <a:spcPts val="0"/>
              </a:spcBef>
              <a:spcAft>
                <a:spcPts val="0"/>
              </a:spcAft>
              <a:buNone/>
              <a:defRPr sz="3600">
                <a:solidFill>
                  <a:schemeClr val="dk2"/>
                </a:solidFill>
              </a:defRPr>
            </a:lvl4pPr>
            <a:lvl5pPr lvl="4">
              <a:lnSpc>
                <a:spcPct val="115000"/>
              </a:lnSpc>
              <a:spcBef>
                <a:spcPts val="0"/>
              </a:spcBef>
              <a:spcAft>
                <a:spcPts val="0"/>
              </a:spcAft>
              <a:buNone/>
              <a:defRPr sz="3600">
                <a:solidFill>
                  <a:schemeClr val="dk2"/>
                </a:solidFill>
              </a:defRPr>
            </a:lvl5pPr>
            <a:lvl6pPr lvl="5">
              <a:lnSpc>
                <a:spcPct val="115000"/>
              </a:lnSpc>
              <a:spcBef>
                <a:spcPts val="0"/>
              </a:spcBef>
              <a:spcAft>
                <a:spcPts val="0"/>
              </a:spcAft>
              <a:buNone/>
              <a:defRPr sz="3600">
                <a:solidFill>
                  <a:schemeClr val="dk2"/>
                </a:solidFill>
              </a:defRPr>
            </a:lvl6pPr>
            <a:lvl7pPr lvl="6">
              <a:lnSpc>
                <a:spcPct val="115000"/>
              </a:lnSpc>
              <a:spcBef>
                <a:spcPts val="0"/>
              </a:spcBef>
              <a:spcAft>
                <a:spcPts val="0"/>
              </a:spcAft>
              <a:buNone/>
              <a:defRPr sz="3600">
                <a:solidFill>
                  <a:schemeClr val="dk2"/>
                </a:solidFill>
              </a:defRPr>
            </a:lvl7pPr>
            <a:lvl8pPr lvl="7">
              <a:lnSpc>
                <a:spcPct val="115000"/>
              </a:lnSpc>
              <a:spcBef>
                <a:spcPts val="0"/>
              </a:spcBef>
              <a:spcAft>
                <a:spcPts val="0"/>
              </a:spcAft>
              <a:buNone/>
              <a:defRPr sz="3600">
                <a:solidFill>
                  <a:schemeClr val="dk2"/>
                </a:solidFill>
              </a:defRPr>
            </a:lvl8pPr>
            <a:lvl9pPr lvl="8">
              <a:lnSpc>
                <a:spcPct val="115000"/>
              </a:lnSpc>
              <a:spcBef>
                <a:spcPts val="0"/>
              </a:spcBef>
              <a:spcAft>
                <a:spcPts val="0"/>
              </a:spcAft>
              <a:buNone/>
              <a:defRPr sz="3600">
                <a:solidFill>
                  <a:schemeClr val="dk2"/>
                </a:solidFill>
              </a:defRPr>
            </a:lvl9pPr>
          </a:lstStyle>
          <a:p/>
        </p:txBody>
      </p:sp>
      <p:sp>
        <p:nvSpPr>
          <p:cNvPr id="613" name="Google Shape;613;p26"/>
          <p:cNvSpPr txBox="1"/>
          <p:nvPr>
            <p:ph idx="3" type="title"/>
          </p:nvPr>
        </p:nvSpPr>
        <p:spPr>
          <a:xfrm>
            <a:off x="115025" y="1904100"/>
            <a:ext cx="1834500" cy="520200"/>
          </a:xfrm>
          <a:prstGeom prst="rect">
            <a:avLst/>
          </a:prstGeom>
        </p:spPr>
        <p:txBody>
          <a:bodyPr anchorCtr="0" anchor="t" bIns="91425" lIns="91425" spcFirstLastPara="1" rIns="91425" wrap="square" tIns="0">
            <a:noAutofit/>
          </a:bodyPr>
          <a:lstStyle>
            <a:lvl1pPr lvl="0">
              <a:spcBef>
                <a:spcPts val="0"/>
              </a:spcBef>
              <a:spcAft>
                <a:spcPts val="0"/>
              </a:spcAft>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2"/>
              </a:buClr>
              <a:buSzPts val="3000"/>
              <a:buNone/>
              <a:defRPr>
                <a:solidFill>
                  <a:schemeClr val="accent2"/>
                </a:solidFill>
              </a:defRPr>
            </a:lvl2pPr>
            <a:lvl3pPr lvl="2">
              <a:spcBef>
                <a:spcPts val="0"/>
              </a:spcBef>
              <a:spcAft>
                <a:spcPts val="0"/>
              </a:spcAft>
              <a:buClr>
                <a:schemeClr val="accent2"/>
              </a:buClr>
              <a:buSzPts val="3000"/>
              <a:buNone/>
              <a:defRPr>
                <a:solidFill>
                  <a:schemeClr val="accent2"/>
                </a:solidFill>
              </a:defRPr>
            </a:lvl3pPr>
            <a:lvl4pPr lvl="3">
              <a:spcBef>
                <a:spcPts val="0"/>
              </a:spcBef>
              <a:spcAft>
                <a:spcPts val="0"/>
              </a:spcAft>
              <a:buClr>
                <a:schemeClr val="accent2"/>
              </a:buClr>
              <a:buSzPts val="3000"/>
              <a:buNone/>
              <a:defRPr>
                <a:solidFill>
                  <a:schemeClr val="accent2"/>
                </a:solidFill>
              </a:defRPr>
            </a:lvl4pPr>
            <a:lvl5pPr lvl="4">
              <a:spcBef>
                <a:spcPts val="0"/>
              </a:spcBef>
              <a:spcAft>
                <a:spcPts val="0"/>
              </a:spcAft>
              <a:buClr>
                <a:schemeClr val="accent2"/>
              </a:buClr>
              <a:buSzPts val="3000"/>
              <a:buNone/>
              <a:defRPr>
                <a:solidFill>
                  <a:schemeClr val="accent2"/>
                </a:solidFill>
              </a:defRPr>
            </a:lvl5pPr>
            <a:lvl6pPr lvl="5">
              <a:spcBef>
                <a:spcPts val="0"/>
              </a:spcBef>
              <a:spcAft>
                <a:spcPts val="0"/>
              </a:spcAft>
              <a:buClr>
                <a:schemeClr val="accent2"/>
              </a:buClr>
              <a:buSzPts val="3000"/>
              <a:buNone/>
              <a:defRPr>
                <a:solidFill>
                  <a:schemeClr val="accent2"/>
                </a:solidFill>
              </a:defRPr>
            </a:lvl6pPr>
            <a:lvl7pPr lvl="6">
              <a:spcBef>
                <a:spcPts val="0"/>
              </a:spcBef>
              <a:spcAft>
                <a:spcPts val="0"/>
              </a:spcAft>
              <a:buClr>
                <a:schemeClr val="accent2"/>
              </a:buClr>
              <a:buSzPts val="3000"/>
              <a:buNone/>
              <a:defRPr>
                <a:solidFill>
                  <a:schemeClr val="accent2"/>
                </a:solidFill>
              </a:defRPr>
            </a:lvl7pPr>
            <a:lvl8pPr lvl="7">
              <a:spcBef>
                <a:spcPts val="0"/>
              </a:spcBef>
              <a:spcAft>
                <a:spcPts val="0"/>
              </a:spcAft>
              <a:buClr>
                <a:schemeClr val="accent2"/>
              </a:buClr>
              <a:buSzPts val="3000"/>
              <a:buNone/>
              <a:defRPr>
                <a:solidFill>
                  <a:schemeClr val="accent2"/>
                </a:solidFill>
              </a:defRPr>
            </a:lvl8pPr>
            <a:lvl9pPr lvl="8">
              <a:spcBef>
                <a:spcPts val="0"/>
              </a:spcBef>
              <a:spcAft>
                <a:spcPts val="0"/>
              </a:spcAft>
              <a:buClr>
                <a:schemeClr val="accent2"/>
              </a:buClr>
              <a:buSzPts val="3000"/>
              <a:buNone/>
              <a:defRPr>
                <a:solidFill>
                  <a:schemeClr val="accent2"/>
                </a:solidFill>
              </a:defRPr>
            </a:lvl9pPr>
          </a:lstStyle>
          <a:p/>
        </p:txBody>
      </p:sp>
      <p:sp>
        <p:nvSpPr>
          <p:cNvPr id="614" name="Google Shape;614;p26"/>
          <p:cNvSpPr txBox="1"/>
          <p:nvPr>
            <p:ph idx="4" type="title"/>
          </p:nvPr>
        </p:nvSpPr>
        <p:spPr>
          <a:xfrm>
            <a:off x="2634200" y="1904100"/>
            <a:ext cx="1834500" cy="520200"/>
          </a:xfrm>
          <a:prstGeom prst="rect">
            <a:avLst/>
          </a:prstGeom>
        </p:spPr>
        <p:txBody>
          <a:bodyPr anchorCtr="0" anchor="t" bIns="91425" lIns="91425" spcFirstLastPara="1" rIns="91425" wrap="square" tIns="0">
            <a:noAutofit/>
          </a:bodyPr>
          <a:lstStyle>
            <a:lvl1pPr lvl="0">
              <a:spcBef>
                <a:spcPts val="0"/>
              </a:spcBef>
              <a:spcAft>
                <a:spcPts val="0"/>
              </a:spcAft>
              <a:buNone/>
              <a:defRPr sz="1200">
                <a:solidFill>
                  <a:schemeClr val="lt2"/>
                </a:solidFill>
                <a:latin typeface="IBM Plex Sans Medium"/>
                <a:ea typeface="IBM Plex Sans Medium"/>
                <a:cs typeface="IBM Plex Sans Medium"/>
                <a:sym typeface="IBM Plex Sans Medium"/>
              </a:defRPr>
            </a:lvl1pPr>
            <a:lvl2pPr lvl="1">
              <a:spcBef>
                <a:spcPts val="0"/>
              </a:spcBef>
              <a:spcAft>
                <a:spcPts val="0"/>
              </a:spcAft>
              <a:buClr>
                <a:schemeClr val="lt2"/>
              </a:buClr>
              <a:buSzPts val="3000"/>
              <a:buNone/>
              <a:defRPr>
                <a:solidFill>
                  <a:schemeClr val="lt2"/>
                </a:solidFill>
              </a:defRPr>
            </a:lvl2pPr>
            <a:lvl3pPr lvl="2">
              <a:spcBef>
                <a:spcPts val="0"/>
              </a:spcBef>
              <a:spcAft>
                <a:spcPts val="0"/>
              </a:spcAft>
              <a:buClr>
                <a:schemeClr val="lt2"/>
              </a:buClr>
              <a:buSzPts val="3000"/>
              <a:buNone/>
              <a:defRPr>
                <a:solidFill>
                  <a:schemeClr val="lt2"/>
                </a:solidFill>
              </a:defRPr>
            </a:lvl3pPr>
            <a:lvl4pPr lvl="3">
              <a:spcBef>
                <a:spcPts val="0"/>
              </a:spcBef>
              <a:spcAft>
                <a:spcPts val="0"/>
              </a:spcAft>
              <a:buClr>
                <a:schemeClr val="lt2"/>
              </a:buClr>
              <a:buSzPts val="3000"/>
              <a:buNone/>
              <a:defRPr>
                <a:solidFill>
                  <a:schemeClr val="lt2"/>
                </a:solidFill>
              </a:defRPr>
            </a:lvl4pPr>
            <a:lvl5pPr lvl="4">
              <a:spcBef>
                <a:spcPts val="0"/>
              </a:spcBef>
              <a:spcAft>
                <a:spcPts val="0"/>
              </a:spcAft>
              <a:buClr>
                <a:schemeClr val="lt2"/>
              </a:buClr>
              <a:buSzPts val="3000"/>
              <a:buNone/>
              <a:defRPr>
                <a:solidFill>
                  <a:schemeClr val="lt2"/>
                </a:solidFill>
              </a:defRPr>
            </a:lvl5pPr>
            <a:lvl6pPr lvl="5">
              <a:spcBef>
                <a:spcPts val="0"/>
              </a:spcBef>
              <a:spcAft>
                <a:spcPts val="0"/>
              </a:spcAft>
              <a:buClr>
                <a:schemeClr val="lt2"/>
              </a:buClr>
              <a:buSzPts val="3000"/>
              <a:buNone/>
              <a:defRPr>
                <a:solidFill>
                  <a:schemeClr val="lt2"/>
                </a:solidFill>
              </a:defRPr>
            </a:lvl6pPr>
            <a:lvl7pPr lvl="6">
              <a:spcBef>
                <a:spcPts val="0"/>
              </a:spcBef>
              <a:spcAft>
                <a:spcPts val="0"/>
              </a:spcAft>
              <a:buClr>
                <a:schemeClr val="lt2"/>
              </a:buClr>
              <a:buSzPts val="3000"/>
              <a:buNone/>
              <a:defRPr>
                <a:solidFill>
                  <a:schemeClr val="lt2"/>
                </a:solidFill>
              </a:defRPr>
            </a:lvl7pPr>
            <a:lvl8pPr lvl="7">
              <a:spcBef>
                <a:spcPts val="0"/>
              </a:spcBef>
              <a:spcAft>
                <a:spcPts val="0"/>
              </a:spcAft>
              <a:buClr>
                <a:schemeClr val="lt2"/>
              </a:buClr>
              <a:buSzPts val="3000"/>
              <a:buNone/>
              <a:defRPr>
                <a:solidFill>
                  <a:schemeClr val="lt2"/>
                </a:solidFill>
              </a:defRPr>
            </a:lvl8pPr>
            <a:lvl9pPr lvl="8">
              <a:spcBef>
                <a:spcPts val="0"/>
              </a:spcBef>
              <a:spcAft>
                <a:spcPts val="0"/>
              </a:spcAft>
              <a:buClr>
                <a:schemeClr val="lt2"/>
              </a:buClr>
              <a:buSzPts val="3000"/>
              <a:buNone/>
              <a:defRPr>
                <a:solidFill>
                  <a:schemeClr val="lt2"/>
                </a:solidFill>
              </a:defRPr>
            </a:lvl9pPr>
          </a:lstStyle>
          <a:p/>
        </p:txBody>
      </p:sp>
      <p:sp>
        <p:nvSpPr>
          <p:cNvPr id="615" name="Google Shape;615;p26"/>
          <p:cNvSpPr txBox="1"/>
          <p:nvPr>
            <p:ph idx="5" type="title"/>
          </p:nvPr>
        </p:nvSpPr>
        <p:spPr>
          <a:xfrm>
            <a:off x="5169188" y="1904100"/>
            <a:ext cx="1834500" cy="520200"/>
          </a:xfrm>
          <a:prstGeom prst="rect">
            <a:avLst/>
          </a:prstGeom>
        </p:spPr>
        <p:txBody>
          <a:bodyPr anchorCtr="0" anchor="t" bIns="91425" lIns="91425" spcFirstLastPara="1" rIns="91425" wrap="square" tIns="0">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616" name="Google Shape;616;p26"/>
          <p:cNvSpPr txBox="1"/>
          <p:nvPr>
            <p:ph idx="1" type="body"/>
          </p:nvPr>
        </p:nvSpPr>
        <p:spPr>
          <a:xfrm>
            <a:off x="115025" y="24874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17" name="Google Shape;617;p26"/>
          <p:cNvSpPr txBox="1"/>
          <p:nvPr>
            <p:ph idx="6" type="body"/>
          </p:nvPr>
        </p:nvSpPr>
        <p:spPr>
          <a:xfrm>
            <a:off x="115025" y="33951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18" name="Google Shape;618;p26"/>
          <p:cNvSpPr txBox="1"/>
          <p:nvPr>
            <p:ph idx="7" type="body"/>
          </p:nvPr>
        </p:nvSpPr>
        <p:spPr>
          <a:xfrm>
            <a:off x="2634200" y="24874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19" name="Google Shape;619;p26"/>
          <p:cNvSpPr txBox="1"/>
          <p:nvPr>
            <p:ph idx="8" type="body"/>
          </p:nvPr>
        </p:nvSpPr>
        <p:spPr>
          <a:xfrm>
            <a:off x="2634200" y="33951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20" name="Google Shape;620;p26"/>
          <p:cNvSpPr txBox="1"/>
          <p:nvPr>
            <p:ph idx="9" type="body"/>
          </p:nvPr>
        </p:nvSpPr>
        <p:spPr>
          <a:xfrm>
            <a:off x="5169188" y="24874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21" name="Google Shape;621;p26"/>
          <p:cNvSpPr txBox="1"/>
          <p:nvPr>
            <p:ph idx="13" type="body"/>
          </p:nvPr>
        </p:nvSpPr>
        <p:spPr>
          <a:xfrm>
            <a:off x="5169188" y="33951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800"/>
              </a:spcBef>
              <a:spcAft>
                <a:spcPts val="80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22" name="Google Shape;622;p26"/>
          <p:cNvSpPr txBox="1"/>
          <p:nvPr>
            <p:ph idx="14"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orient="horz">
          <p15:clr>
            <a:srgbClr val="E46962"/>
          </p15:clr>
        </p15:guide>
        <p15:guide id="2" pos="5760">
          <p15:clr>
            <a:srgbClr val="E46962"/>
          </p15:clr>
        </p15:guide>
      </p15:sldGuideLst>
    </p:ext>
  </p:extLs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Alt 1">
  <p:cSld name="BLANK_1_1_1_1_1_1_1_1_1_1_1_1_1_1_1">
    <p:bg>
      <p:bgPr>
        <a:solidFill>
          <a:schemeClr val="lt1"/>
        </a:solidFill>
      </p:bgPr>
    </p:bg>
    <p:spTree>
      <p:nvGrpSpPr>
        <p:cNvPr id="623" name="Shape 623"/>
        <p:cNvGrpSpPr/>
        <p:nvPr/>
      </p:nvGrpSpPr>
      <p:grpSpPr>
        <a:xfrm>
          <a:off x="0" y="0"/>
          <a:ext cx="0" cy="0"/>
          <a:chOff x="0" y="0"/>
          <a:chExt cx="0" cy="0"/>
        </a:xfrm>
      </p:grpSpPr>
      <p:grpSp>
        <p:nvGrpSpPr>
          <p:cNvPr id="624" name="Google Shape;624;p27"/>
          <p:cNvGrpSpPr/>
          <p:nvPr/>
        </p:nvGrpSpPr>
        <p:grpSpPr>
          <a:xfrm>
            <a:off x="0" y="506850"/>
            <a:ext cx="930250" cy="2593175"/>
            <a:chOff x="0" y="506850"/>
            <a:chExt cx="930250" cy="2593175"/>
          </a:xfrm>
        </p:grpSpPr>
        <p:grpSp>
          <p:nvGrpSpPr>
            <p:cNvPr id="625" name="Google Shape;625;p27"/>
            <p:cNvGrpSpPr/>
            <p:nvPr/>
          </p:nvGrpSpPr>
          <p:grpSpPr>
            <a:xfrm>
              <a:off x="0" y="877050"/>
              <a:ext cx="930250" cy="2222975"/>
              <a:chOff x="1233650" y="2421900"/>
              <a:chExt cx="930250" cy="2222975"/>
            </a:xfrm>
          </p:grpSpPr>
          <p:grpSp>
            <p:nvGrpSpPr>
              <p:cNvPr id="626" name="Google Shape;626;p27"/>
              <p:cNvGrpSpPr/>
              <p:nvPr/>
            </p:nvGrpSpPr>
            <p:grpSpPr>
              <a:xfrm>
                <a:off x="1233650" y="2793625"/>
                <a:ext cx="560050" cy="1851250"/>
                <a:chOff x="1381975" y="3249175"/>
                <a:chExt cx="560050" cy="1851250"/>
              </a:xfrm>
            </p:grpSpPr>
            <p:sp>
              <p:nvSpPr>
                <p:cNvPr id="627" name="Google Shape;627;p27"/>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28" name="Google Shape;628;p27"/>
                <p:cNvSpPr/>
                <p:nvPr/>
              </p:nvSpPr>
              <p:spPr>
                <a:xfrm>
                  <a:off x="1381975" y="36195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629" name="Google Shape;629;p27"/>
                <p:cNvGrpSpPr/>
                <p:nvPr/>
              </p:nvGrpSpPr>
              <p:grpSpPr>
                <a:xfrm>
                  <a:off x="1381975" y="3989700"/>
                  <a:ext cx="560050" cy="1110725"/>
                  <a:chOff x="1381975" y="3249175"/>
                  <a:chExt cx="560050" cy="1110725"/>
                </a:xfrm>
              </p:grpSpPr>
              <p:sp>
                <p:nvSpPr>
                  <p:cNvPr id="630" name="Google Shape;630;p27"/>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31" name="Google Shape;631;p27"/>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32" name="Google Shape;632;p27"/>
                  <p:cNvSpPr/>
                  <p:nvPr/>
                </p:nvSpPr>
                <p:spPr>
                  <a:xfrm>
                    <a:off x="1381975" y="39897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33" name="Google Shape;633;p27"/>
                <p:cNvGrpSpPr/>
                <p:nvPr/>
              </p:nvGrpSpPr>
              <p:grpSpPr>
                <a:xfrm>
                  <a:off x="1381975" y="4360025"/>
                  <a:ext cx="560050" cy="370200"/>
                  <a:chOff x="1381975" y="3249175"/>
                  <a:chExt cx="560050" cy="370200"/>
                </a:xfrm>
              </p:grpSpPr>
              <p:sp>
                <p:nvSpPr>
                  <p:cNvPr id="634" name="Google Shape;634;p27"/>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35" name="Google Shape;635;p27"/>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636" name="Google Shape;636;p27"/>
              <p:cNvSpPr/>
              <p:nvPr/>
            </p:nvSpPr>
            <p:spPr>
              <a:xfrm>
                <a:off x="1793700" y="24219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37" name="Google Shape;637;p27"/>
            <p:cNvSpPr/>
            <p:nvPr/>
          </p:nvSpPr>
          <p:spPr>
            <a:xfrm>
              <a:off x="183800" y="50685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38" name="Google Shape;638;p27"/>
          <p:cNvSpPr txBox="1"/>
          <p:nvPr>
            <p:ph type="title"/>
          </p:nvPr>
        </p:nvSpPr>
        <p:spPr>
          <a:xfrm>
            <a:off x="38100" y="319650"/>
            <a:ext cx="1823100" cy="520200"/>
          </a:xfrm>
          <a:prstGeom prst="rect">
            <a:avLst/>
          </a:prstGeom>
        </p:spPr>
        <p:txBody>
          <a:bodyPr anchorCtr="0" anchor="t" bIns="91425" lIns="182875" spcFirstLastPara="1" rIns="91425" wrap="square" tIns="91425">
            <a:noAutofit/>
          </a:bodyPr>
          <a:lstStyle>
            <a:lvl1pPr lvl="0">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639" name="Google Shape;639;p27"/>
          <p:cNvSpPr txBox="1"/>
          <p:nvPr>
            <p:ph idx="1" type="subTitle"/>
          </p:nvPr>
        </p:nvSpPr>
        <p:spPr>
          <a:xfrm>
            <a:off x="2176499" y="319800"/>
            <a:ext cx="3904200" cy="5202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p:txBody>
      </p:sp>
      <p:sp>
        <p:nvSpPr>
          <p:cNvPr id="640" name="Google Shape;640;p27"/>
          <p:cNvSpPr txBox="1"/>
          <p:nvPr>
            <p:ph idx="2" type="subTitle"/>
          </p:nvPr>
        </p:nvSpPr>
        <p:spPr>
          <a:xfrm>
            <a:off x="2942250"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641" name="Google Shape;641;p27"/>
          <p:cNvSpPr txBox="1"/>
          <p:nvPr>
            <p:ph idx="3" type="subTitle"/>
          </p:nvPr>
        </p:nvSpPr>
        <p:spPr>
          <a:xfrm>
            <a:off x="1078950"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642" name="Google Shape;642;p27"/>
          <p:cNvSpPr txBox="1"/>
          <p:nvPr>
            <p:ph idx="4" type="subTitle"/>
          </p:nvPr>
        </p:nvSpPr>
        <p:spPr>
          <a:xfrm>
            <a:off x="4798644"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643" name="Google Shape;643;p27"/>
          <p:cNvSpPr txBox="1"/>
          <p:nvPr>
            <p:ph idx="5" type="subTitle"/>
          </p:nvPr>
        </p:nvSpPr>
        <p:spPr>
          <a:xfrm>
            <a:off x="2942257"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644" name="Google Shape;644;p27"/>
          <p:cNvSpPr txBox="1"/>
          <p:nvPr>
            <p:ph idx="6" type="subTitle"/>
          </p:nvPr>
        </p:nvSpPr>
        <p:spPr>
          <a:xfrm>
            <a:off x="6671581"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645" name="Google Shape;645;p27"/>
          <p:cNvSpPr txBox="1"/>
          <p:nvPr>
            <p:ph idx="7" type="subTitle"/>
          </p:nvPr>
        </p:nvSpPr>
        <p:spPr>
          <a:xfrm>
            <a:off x="4798647"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grpSp>
        <p:nvGrpSpPr>
          <p:cNvPr id="646" name="Google Shape;646;p27"/>
          <p:cNvGrpSpPr/>
          <p:nvPr/>
        </p:nvGrpSpPr>
        <p:grpSpPr>
          <a:xfrm rot="5400000">
            <a:off x="7381575" y="-838700"/>
            <a:ext cx="930250" cy="2591775"/>
            <a:chOff x="0" y="508250"/>
            <a:chExt cx="930250" cy="2591775"/>
          </a:xfrm>
        </p:grpSpPr>
        <p:grpSp>
          <p:nvGrpSpPr>
            <p:cNvPr id="647" name="Google Shape;647;p27"/>
            <p:cNvGrpSpPr/>
            <p:nvPr/>
          </p:nvGrpSpPr>
          <p:grpSpPr>
            <a:xfrm>
              <a:off x="0" y="877050"/>
              <a:ext cx="930250" cy="2222975"/>
              <a:chOff x="1233650" y="2421900"/>
              <a:chExt cx="930250" cy="2222975"/>
            </a:xfrm>
          </p:grpSpPr>
          <p:grpSp>
            <p:nvGrpSpPr>
              <p:cNvPr id="648" name="Google Shape;648;p27"/>
              <p:cNvGrpSpPr/>
              <p:nvPr/>
            </p:nvGrpSpPr>
            <p:grpSpPr>
              <a:xfrm>
                <a:off x="1233650" y="2793625"/>
                <a:ext cx="930250" cy="1851250"/>
                <a:chOff x="1381975" y="3249175"/>
                <a:chExt cx="930250" cy="1851250"/>
              </a:xfrm>
            </p:grpSpPr>
            <p:grpSp>
              <p:nvGrpSpPr>
                <p:cNvPr id="649" name="Google Shape;649;p27"/>
                <p:cNvGrpSpPr/>
                <p:nvPr/>
              </p:nvGrpSpPr>
              <p:grpSpPr>
                <a:xfrm>
                  <a:off x="1571825" y="3249175"/>
                  <a:ext cx="740400" cy="370200"/>
                  <a:chOff x="1571825" y="3249175"/>
                  <a:chExt cx="740400" cy="370200"/>
                </a:xfrm>
              </p:grpSpPr>
              <p:sp>
                <p:nvSpPr>
                  <p:cNvPr id="650" name="Google Shape;650;p27"/>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51" name="Google Shape;651;p27"/>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52" name="Google Shape;652;p27"/>
                <p:cNvSpPr/>
                <p:nvPr/>
              </p:nvSpPr>
              <p:spPr>
                <a:xfrm>
                  <a:off x="1381975" y="36195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653" name="Google Shape;653;p27"/>
                <p:cNvGrpSpPr/>
                <p:nvPr/>
              </p:nvGrpSpPr>
              <p:grpSpPr>
                <a:xfrm>
                  <a:off x="1381975" y="3989700"/>
                  <a:ext cx="560050" cy="1110725"/>
                  <a:chOff x="1381975" y="3249175"/>
                  <a:chExt cx="560050" cy="1110725"/>
                </a:xfrm>
              </p:grpSpPr>
              <p:sp>
                <p:nvSpPr>
                  <p:cNvPr id="654" name="Google Shape;654;p27"/>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55" name="Google Shape;655;p27"/>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56" name="Google Shape;656;p27"/>
                  <p:cNvSpPr/>
                  <p:nvPr/>
                </p:nvSpPr>
                <p:spPr>
                  <a:xfrm>
                    <a:off x="1381975" y="39897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57" name="Google Shape;657;p27"/>
                <p:cNvGrpSpPr/>
                <p:nvPr/>
              </p:nvGrpSpPr>
              <p:grpSpPr>
                <a:xfrm>
                  <a:off x="1381975" y="4360025"/>
                  <a:ext cx="560050" cy="370200"/>
                  <a:chOff x="1381975" y="3249175"/>
                  <a:chExt cx="560050" cy="370200"/>
                </a:xfrm>
              </p:grpSpPr>
              <p:sp>
                <p:nvSpPr>
                  <p:cNvPr id="658" name="Google Shape;658;p27"/>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59" name="Google Shape;659;p27"/>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660" name="Google Shape;660;p27"/>
              <p:cNvSpPr/>
              <p:nvPr/>
            </p:nvSpPr>
            <p:spPr>
              <a:xfrm>
                <a:off x="1793700" y="24219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61" name="Google Shape;661;p27"/>
            <p:cNvSpPr/>
            <p:nvPr/>
          </p:nvSpPr>
          <p:spPr>
            <a:xfrm>
              <a:off x="189850" y="50825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62" name="Google Shape;662;p27"/>
          <p:cNvSpPr txBox="1"/>
          <p:nvPr>
            <p:ph idx="8" type="subTitle"/>
          </p:nvPr>
        </p:nvSpPr>
        <p:spPr>
          <a:xfrm>
            <a:off x="6671579"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663" name="Google Shape;663;p27"/>
          <p:cNvSpPr txBox="1"/>
          <p:nvPr>
            <p:ph idx="9"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cxnSp>
        <p:nvCxnSpPr>
          <p:cNvPr id="664" name="Google Shape;664;p27"/>
          <p:cNvCxnSpPr/>
          <p:nvPr/>
        </p:nvCxnSpPr>
        <p:spPr>
          <a:xfrm>
            <a:off x="1865850" y="392700"/>
            <a:ext cx="0" cy="390300"/>
          </a:xfrm>
          <a:prstGeom prst="straightConnector1">
            <a:avLst/>
          </a:prstGeom>
          <a:noFill/>
          <a:ln cap="flat" cmpd="sng" w="19050">
            <a:solidFill>
              <a:schemeClr val="accent3"/>
            </a:solidFill>
            <a:prstDash val="solid"/>
            <a:round/>
            <a:headEnd len="med" w="med" type="none"/>
            <a:tailEnd len="med" w="med" type="none"/>
          </a:ln>
        </p:spPr>
      </p:cxnSp>
      <p:sp>
        <p:nvSpPr>
          <p:cNvPr id="665" name="Google Shape;665;p27"/>
          <p:cNvSpPr/>
          <p:nvPr/>
        </p:nvSpPr>
        <p:spPr>
          <a:xfrm rot="5400000">
            <a:off x="8773788" y="92231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66" name="Google Shape;666;p27"/>
          <p:cNvSpPr/>
          <p:nvPr/>
        </p:nvSpPr>
        <p:spPr>
          <a:xfrm rot="5400000">
            <a:off x="8773788" y="129251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67" name="Google Shape;667;p27"/>
          <p:cNvSpPr txBox="1"/>
          <p:nvPr>
            <p:ph idx="13" type="subTitle"/>
          </p:nvPr>
        </p:nvSpPr>
        <p:spPr>
          <a:xfrm>
            <a:off x="1078938"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668" name="Google Shape;668;p27"/>
          <p:cNvSpPr txBox="1"/>
          <p:nvPr>
            <p:ph idx="14" type="title"/>
          </p:nvPr>
        </p:nvSpPr>
        <p:spPr>
          <a:xfrm>
            <a:off x="3484500" y="1377875"/>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800"/>
              <a:buFont typeface="IBM Plex Sans"/>
              <a:buNone/>
              <a:defRPr sz="1800">
                <a:solidFill>
                  <a:schemeClr val="accent3"/>
                </a:solidFill>
              </a:defRPr>
            </a:lvl1pPr>
            <a:lvl2pPr lvl="1" algn="ctr">
              <a:spcBef>
                <a:spcPts val="0"/>
              </a:spcBef>
              <a:spcAft>
                <a:spcPts val="0"/>
              </a:spcAft>
              <a:buClr>
                <a:schemeClr val="accent3"/>
              </a:buClr>
              <a:buSzPts val="3000"/>
              <a:buNone/>
              <a:defRPr>
                <a:solidFill>
                  <a:schemeClr val="accent3"/>
                </a:solidFill>
              </a:defRPr>
            </a:lvl2pPr>
            <a:lvl3pPr lvl="2" algn="ctr">
              <a:spcBef>
                <a:spcPts val="0"/>
              </a:spcBef>
              <a:spcAft>
                <a:spcPts val="0"/>
              </a:spcAft>
              <a:buClr>
                <a:schemeClr val="accent3"/>
              </a:buClr>
              <a:buSzPts val="3000"/>
              <a:buNone/>
              <a:defRPr>
                <a:solidFill>
                  <a:schemeClr val="accent3"/>
                </a:solidFill>
              </a:defRPr>
            </a:lvl3pPr>
            <a:lvl4pPr lvl="3" algn="ctr">
              <a:spcBef>
                <a:spcPts val="0"/>
              </a:spcBef>
              <a:spcAft>
                <a:spcPts val="0"/>
              </a:spcAft>
              <a:buClr>
                <a:schemeClr val="accent3"/>
              </a:buClr>
              <a:buSzPts val="3000"/>
              <a:buNone/>
              <a:defRPr>
                <a:solidFill>
                  <a:schemeClr val="accent3"/>
                </a:solidFill>
              </a:defRPr>
            </a:lvl4pPr>
            <a:lvl5pPr lvl="4" algn="ctr">
              <a:spcBef>
                <a:spcPts val="0"/>
              </a:spcBef>
              <a:spcAft>
                <a:spcPts val="0"/>
              </a:spcAft>
              <a:buClr>
                <a:schemeClr val="accent3"/>
              </a:buClr>
              <a:buSzPts val="3000"/>
              <a:buNone/>
              <a:defRPr>
                <a:solidFill>
                  <a:schemeClr val="accent3"/>
                </a:solidFill>
              </a:defRPr>
            </a:lvl5pPr>
            <a:lvl6pPr lvl="5" algn="ctr">
              <a:spcBef>
                <a:spcPts val="0"/>
              </a:spcBef>
              <a:spcAft>
                <a:spcPts val="0"/>
              </a:spcAft>
              <a:buClr>
                <a:schemeClr val="accent3"/>
              </a:buClr>
              <a:buSzPts val="3000"/>
              <a:buNone/>
              <a:defRPr>
                <a:solidFill>
                  <a:schemeClr val="accent3"/>
                </a:solidFill>
              </a:defRPr>
            </a:lvl6pPr>
            <a:lvl7pPr lvl="6" algn="ctr">
              <a:spcBef>
                <a:spcPts val="0"/>
              </a:spcBef>
              <a:spcAft>
                <a:spcPts val="0"/>
              </a:spcAft>
              <a:buClr>
                <a:schemeClr val="accent3"/>
              </a:buClr>
              <a:buSzPts val="3000"/>
              <a:buNone/>
              <a:defRPr>
                <a:solidFill>
                  <a:schemeClr val="accent3"/>
                </a:solidFill>
              </a:defRPr>
            </a:lvl7pPr>
            <a:lvl8pPr lvl="7" algn="ctr">
              <a:spcBef>
                <a:spcPts val="0"/>
              </a:spcBef>
              <a:spcAft>
                <a:spcPts val="0"/>
              </a:spcAft>
              <a:buClr>
                <a:schemeClr val="accent3"/>
              </a:buClr>
              <a:buSzPts val="3000"/>
              <a:buNone/>
              <a:defRPr>
                <a:solidFill>
                  <a:schemeClr val="accent3"/>
                </a:solidFill>
              </a:defRPr>
            </a:lvl8pPr>
            <a:lvl9pPr lvl="8" algn="ctr">
              <a:spcBef>
                <a:spcPts val="0"/>
              </a:spcBef>
              <a:spcAft>
                <a:spcPts val="0"/>
              </a:spcAft>
              <a:buClr>
                <a:schemeClr val="accent3"/>
              </a:buClr>
              <a:buSzPts val="3000"/>
              <a:buNone/>
              <a:defRPr>
                <a:solidFill>
                  <a:schemeClr val="accent3"/>
                </a:solidFill>
              </a:defRPr>
            </a:lvl9pPr>
          </a:lstStyle>
          <a:p/>
        </p:txBody>
      </p:sp>
      <p:sp>
        <p:nvSpPr>
          <p:cNvPr id="669" name="Google Shape;669;p27"/>
          <p:cNvSpPr txBox="1"/>
          <p:nvPr>
            <p:ph idx="15" type="title"/>
          </p:nvPr>
        </p:nvSpPr>
        <p:spPr>
          <a:xfrm>
            <a:off x="7204200" y="1411200"/>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800"/>
              <a:buFont typeface="IBM Plex Sans"/>
              <a:buNone/>
              <a:defRPr b="1" sz="1800"/>
            </a:lvl1pPr>
            <a:lvl2pPr lvl="1" algn="ctr">
              <a:spcBef>
                <a:spcPts val="0"/>
              </a:spcBef>
              <a:spcAft>
                <a:spcPts val="0"/>
              </a:spcAft>
              <a:buClr>
                <a:schemeClr val="lt1"/>
              </a:buClr>
              <a:buSzPts val="3000"/>
              <a:buNone/>
              <a:defRPr b="1">
                <a:solidFill>
                  <a:schemeClr val="lt1"/>
                </a:solidFill>
              </a:defRPr>
            </a:lvl2pPr>
            <a:lvl3pPr lvl="2" algn="ctr">
              <a:spcBef>
                <a:spcPts val="0"/>
              </a:spcBef>
              <a:spcAft>
                <a:spcPts val="0"/>
              </a:spcAft>
              <a:buClr>
                <a:schemeClr val="lt1"/>
              </a:buClr>
              <a:buSzPts val="3000"/>
              <a:buNone/>
              <a:defRPr b="1">
                <a:solidFill>
                  <a:schemeClr val="lt1"/>
                </a:solidFill>
              </a:defRPr>
            </a:lvl3pPr>
            <a:lvl4pPr lvl="3" algn="ctr">
              <a:spcBef>
                <a:spcPts val="0"/>
              </a:spcBef>
              <a:spcAft>
                <a:spcPts val="0"/>
              </a:spcAft>
              <a:buClr>
                <a:schemeClr val="lt1"/>
              </a:buClr>
              <a:buSzPts val="3000"/>
              <a:buNone/>
              <a:defRPr b="1">
                <a:solidFill>
                  <a:schemeClr val="lt1"/>
                </a:solidFill>
              </a:defRPr>
            </a:lvl4pPr>
            <a:lvl5pPr lvl="4" algn="ctr">
              <a:spcBef>
                <a:spcPts val="0"/>
              </a:spcBef>
              <a:spcAft>
                <a:spcPts val="0"/>
              </a:spcAft>
              <a:buClr>
                <a:schemeClr val="lt1"/>
              </a:buClr>
              <a:buSzPts val="3000"/>
              <a:buNone/>
              <a:defRPr b="1">
                <a:solidFill>
                  <a:schemeClr val="lt1"/>
                </a:solidFill>
              </a:defRPr>
            </a:lvl5pPr>
            <a:lvl6pPr lvl="5" algn="ctr">
              <a:spcBef>
                <a:spcPts val="0"/>
              </a:spcBef>
              <a:spcAft>
                <a:spcPts val="0"/>
              </a:spcAft>
              <a:buClr>
                <a:schemeClr val="lt1"/>
              </a:buClr>
              <a:buSzPts val="3000"/>
              <a:buNone/>
              <a:defRPr b="1">
                <a:solidFill>
                  <a:schemeClr val="lt1"/>
                </a:solidFill>
              </a:defRPr>
            </a:lvl6pPr>
            <a:lvl7pPr lvl="6" algn="ctr">
              <a:spcBef>
                <a:spcPts val="0"/>
              </a:spcBef>
              <a:spcAft>
                <a:spcPts val="0"/>
              </a:spcAft>
              <a:buClr>
                <a:schemeClr val="lt1"/>
              </a:buClr>
              <a:buSzPts val="3000"/>
              <a:buNone/>
              <a:defRPr b="1">
                <a:solidFill>
                  <a:schemeClr val="lt1"/>
                </a:solidFill>
              </a:defRPr>
            </a:lvl7pPr>
            <a:lvl8pPr lvl="7" algn="ctr">
              <a:spcBef>
                <a:spcPts val="0"/>
              </a:spcBef>
              <a:spcAft>
                <a:spcPts val="0"/>
              </a:spcAft>
              <a:buClr>
                <a:schemeClr val="lt1"/>
              </a:buClr>
              <a:buSzPts val="3000"/>
              <a:buNone/>
              <a:defRPr b="1">
                <a:solidFill>
                  <a:schemeClr val="lt1"/>
                </a:solidFill>
              </a:defRPr>
            </a:lvl8pPr>
            <a:lvl9pPr lvl="8" algn="ctr">
              <a:spcBef>
                <a:spcPts val="0"/>
              </a:spcBef>
              <a:spcAft>
                <a:spcPts val="0"/>
              </a:spcAft>
              <a:buClr>
                <a:schemeClr val="lt1"/>
              </a:buClr>
              <a:buSzPts val="3000"/>
              <a:buNone/>
              <a:defRPr b="1">
                <a:solidFill>
                  <a:schemeClr val="lt1"/>
                </a:solidFill>
              </a:defRPr>
            </a:lvl9pPr>
          </a:lstStyle>
          <a:p/>
        </p:txBody>
      </p:sp>
      <p:sp>
        <p:nvSpPr>
          <p:cNvPr id="670" name="Google Shape;670;p27"/>
          <p:cNvSpPr txBox="1"/>
          <p:nvPr>
            <p:ph idx="16" type="title"/>
          </p:nvPr>
        </p:nvSpPr>
        <p:spPr>
          <a:xfrm>
            <a:off x="5344350" y="1411200"/>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800"/>
              <a:buFont typeface="IBM Plex Sans"/>
              <a:buNone/>
              <a:defRPr sz="1800">
                <a:solidFill>
                  <a:schemeClr val="accent3"/>
                </a:solidFill>
              </a:defRPr>
            </a:lvl1pPr>
            <a:lvl2pPr lvl="1" algn="ctr">
              <a:spcBef>
                <a:spcPts val="0"/>
              </a:spcBef>
              <a:spcAft>
                <a:spcPts val="0"/>
              </a:spcAft>
              <a:buClr>
                <a:schemeClr val="accent3"/>
              </a:buClr>
              <a:buSzPts val="3000"/>
              <a:buNone/>
              <a:defRPr>
                <a:solidFill>
                  <a:schemeClr val="accent3"/>
                </a:solidFill>
              </a:defRPr>
            </a:lvl2pPr>
            <a:lvl3pPr lvl="2" algn="ctr">
              <a:spcBef>
                <a:spcPts val="0"/>
              </a:spcBef>
              <a:spcAft>
                <a:spcPts val="0"/>
              </a:spcAft>
              <a:buClr>
                <a:schemeClr val="accent3"/>
              </a:buClr>
              <a:buSzPts val="3000"/>
              <a:buNone/>
              <a:defRPr>
                <a:solidFill>
                  <a:schemeClr val="accent3"/>
                </a:solidFill>
              </a:defRPr>
            </a:lvl3pPr>
            <a:lvl4pPr lvl="3" algn="ctr">
              <a:spcBef>
                <a:spcPts val="0"/>
              </a:spcBef>
              <a:spcAft>
                <a:spcPts val="0"/>
              </a:spcAft>
              <a:buClr>
                <a:schemeClr val="accent3"/>
              </a:buClr>
              <a:buSzPts val="3000"/>
              <a:buNone/>
              <a:defRPr>
                <a:solidFill>
                  <a:schemeClr val="accent3"/>
                </a:solidFill>
              </a:defRPr>
            </a:lvl4pPr>
            <a:lvl5pPr lvl="4" algn="ctr">
              <a:spcBef>
                <a:spcPts val="0"/>
              </a:spcBef>
              <a:spcAft>
                <a:spcPts val="0"/>
              </a:spcAft>
              <a:buClr>
                <a:schemeClr val="accent3"/>
              </a:buClr>
              <a:buSzPts val="3000"/>
              <a:buNone/>
              <a:defRPr>
                <a:solidFill>
                  <a:schemeClr val="accent3"/>
                </a:solidFill>
              </a:defRPr>
            </a:lvl5pPr>
            <a:lvl6pPr lvl="5" algn="ctr">
              <a:spcBef>
                <a:spcPts val="0"/>
              </a:spcBef>
              <a:spcAft>
                <a:spcPts val="0"/>
              </a:spcAft>
              <a:buClr>
                <a:schemeClr val="accent3"/>
              </a:buClr>
              <a:buSzPts val="3000"/>
              <a:buNone/>
              <a:defRPr>
                <a:solidFill>
                  <a:schemeClr val="accent3"/>
                </a:solidFill>
              </a:defRPr>
            </a:lvl6pPr>
            <a:lvl7pPr lvl="6" algn="ctr">
              <a:spcBef>
                <a:spcPts val="0"/>
              </a:spcBef>
              <a:spcAft>
                <a:spcPts val="0"/>
              </a:spcAft>
              <a:buClr>
                <a:schemeClr val="accent3"/>
              </a:buClr>
              <a:buSzPts val="3000"/>
              <a:buNone/>
              <a:defRPr>
                <a:solidFill>
                  <a:schemeClr val="accent3"/>
                </a:solidFill>
              </a:defRPr>
            </a:lvl7pPr>
            <a:lvl8pPr lvl="7" algn="ctr">
              <a:spcBef>
                <a:spcPts val="0"/>
              </a:spcBef>
              <a:spcAft>
                <a:spcPts val="0"/>
              </a:spcAft>
              <a:buClr>
                <a:schemeClr val="accent3"/>
              </a:buClr>
              <a:buSzPts val="3000"/>
              <a:buNone/>
              <a:defRPr>
                <a:solidFill>
                  <a:schemeClr val="accent3"/>
                </a:solidFill>
              </a:defRPr>
            </a:lvl8pPr>
            <a:lvl9pPr lvl="8" algn="ctr">
              <a:spcBef>
                <a:spcPts val="0"/>
              </a:spcBef>
              <a:spcAft>
                <a:spcPts val="0"/>
              </a:spcAft>
              <a:buClr>
                <a:schemeClr val="accent3"/>
              </a:buClr>
              <a:buSzPts val="3000"/>
              <a:buNone/>
              <a:defRPr>
                <a:solidFill>
                  <a:schemeClr val="accent3"/>
                </a:solidFill>
              </a:defRPr>
            </a:lvl9pPr>
          </a:lstStyle>
          <a:p/>
        </p:txBody>
      </p:sp>
      <p:sp>
        <p:nvSpPr>
          <p:cNvPr id="671" name="Google Shape;671;p27"/>
          <p:cNvSpPr txBox="1"/>
          <p:nvPr>
            <p:ph idx="17" type="title"/>
          </p:nvPr>
        </p:nvSpPr>
        <p:spPr>
          <a:xfrm>
            <a:off x="1624650" y="1377875"/>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800"/>
              <a:buFont typeface="IBM Plex Sans"/>
              <a:buNone/>
              <a:defRPr sz="1800">
                <a:solidFill>
                  <a:schemeClr val="accent3"/>
                </a:solidFill>
              </a:defRPr>
            </a:lvl1pPr>
            <a:lvl2pPr lvl="1" algn="ctr">
              <a:spcBef>
                <a:spcPts val="0"/>
              </a:spcBef>
              <a:spcAft>
                <a:spcPts val="0"/>
              </a:spcAft>
              <a:buClr>
                <a:schemeClr val="accent3"/>
              </a:buClr>
              <a:buSzPts val="3000"/>
              <a:buNone/>
              <a:defRPr>
                <a:solidFill>
                  <a:schemeClr val="accent3"/>
                </a:solidFill>
              </a:defRPr>
            </a:lvl2pPr>
            <a:lvl3pPr lvl="2" algn="ctr">
              <a:spcBef>
                <a:spcPts val="0"/>
              </a:spcBef>
              <a:spcAft>
                <a:spcPts val="0"/>
              </a:spcAft>
              <a:buClr>
                <a:schemeClr val="accent3"/>
              </a:buClr>
              <a:buSzPts val="3000"/>
              <a:buNone/>
              <a:defRPr>
                <a:solidFill>
                  <a:schemeClr val="accent3"/>
                </a:solidFill>
              </a:defRPr>
            </a:lvl3pPr>
            <a:lvl4pPr lvl="3" algn="ctr">
              <a:spcBef>
                <a:spcPts val="0"/>
              </a:spcBef>
              <a:spcAft>
                <a:spcPts val="0"/>
              </a:spcAft>
              <a:buClr>
                <a:schemeClr val="accent3"/>
              </a:buClr>
              <a:buSzPts val="3000"/>
              <a:buNone/>
              <a:defRPr>
                <a:solidFill>
                  <a:schemeClr val="accent3"/>
                </a:solidFill>
              </a:defRPr>
            </a:lvl4pPr>
            <a:lvl5pPr lvl="4" algn="ctr">
              <a:spcBef>
                <a:spcPts val="0"/>
              </a:spcBef>
              <a:spcAft>
                <a:spcPts val="0"/>
              </a:spcAft>
              <a:buClr>
                <a:schemeClr val="accent3"/>
              </a:buClr>
              <a:buSzPts val="3000"/>
              <a:buNone/>
              <a:defRPr>
                <a:solidFill>
                  <a:schemeClr val="accent3"/>
                </a:solidFill>
              </a:defRPr>
            </a:lvl5pPr>
            <a:lvl6pPr lvl="5" algn="ctr">
              <a:spcBef>
                <a:spcPts val="0"/>
              </a:spcBef>
              <a:spcAft>
                <a:spcPts val="0"/>
              </a:spcAft>
              <a:buClr>
                <a:schemeClr val="accent3"/>
              </a:buClr>
              <a:buSzPts val="3000"/>
              <a:buNone/>
              <a:defRPr>
                <a:solidFill>
                  <a:schemeClr val="accent3"/>
                </a:solidFill>
              </a:defRPr>
            </a:lvl6pPr>
            <a:lvl7pPr lvl="6" algn="ctr">
              <a:spcBef>
                <a:spcPts val="0"/>
              </a:spcBef>
              <a:spcAft>
                <a:spcPts val="0"/>
              </a:spcAft>
              <a:buClr>
                <a:schemeClr val="accent3"/>
              </a:buClr>
              <a:buSzPts val="3000"/>
              <a:buNone/>
              <a:defRPr>
                <a:solidFill>
                  <a:schemeClr val="accent3"/>
                </a:solidFill>
              </a:defRPr>
            </a:lvl7pPr>
            <a:lvl8pPr lvl="7" algn="ctr">
              <a:spcBef>
                <a:spcPts val="0"/>
              </a:spcBef>
              <a:spcAft>
                <a:spcPts val="0"/>
              </a:spcAft>
              <a:buClr>
                <a:schemeClr val="accent3"/>
              </a:buClr>
              <a:buSzPts val="3000"/>
              <a:buNone/>
              <a:defRPr>
                <a:solidFill>
                  <a:schemeClr val="accent3"/>
                </a:solidFill>
              </a:defRPr>
            </a:lvl8pPr>
            <a:lvl9pPr lvl="8" algn="ctr">
              <a:spcBef>
                <a:spcPts val="0"/>
              </a:spcBef>
              <a:spcAft>
                <a:spcPts val="0"/>
              </a:spcAft>
              <a:buClr>
                <a:schemeClr val="accent3"/>
              </a:buClr>
              <a:buSzPts val="3000"/>
              <a:buNone/>
              <a:defRPr>
                <a:solidFill>
                  <a:schemeClr val="accent3"/>
                </a:solidFill>
              </a:defRPr>
            </a:lvl9pPr>
          </a:lstStyle>
          <a:p/>
        </p:txBody>
      </p:sp>
      <p:sp>
        <p:nvSpPr>
          <p:cNvPr id="672" name="Google Shape;672;p27"/>
          <p:cNvSpPr txBox="1"/>
          <p:nvPr>
            <p:ph idx="18"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pos="1175">
          <p15:clr>
            <a:srgbClr val="E46962"/>
          </p15:clr>
        </p15:guide>
      </p15:sldGuideLst>
    </p:ext>
  </p:extLst>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2">
  <p:cSld name="BLANK_1_1_1_1_1_1_1_1_1_1_1_1_1_1_1_2">
    <p:bg>
      <p:bgPr>
        <a:solidFill>
          <a:schemeClr val="lt1"/>
        </a:solidFill>
      </p:bgPr>
    </p:bg>
    <p:spTree>
      <p:nvGrpSpPr>
        <p:cNvPr id="673" name="Shape 673"/>
        <p:cNvGrpSpPr/>
        <p:nvPr/>
      </p:nvGrpSpPr>
      <p:grpSpPr>
        <a:xfrm>
          <a:off x="0" y="0"/>
          <a:ext cx="0" cy="0"/>
          <a:chOff x="0" y="0"/>
          <a:chExt cx="0" cy="0"/>
        </a:xfrm>
      </p:grpSpPr>
      <p:sp>
        <p:nvSpPr>
          <p:cNvPr id="674" name="Google Shape;674;p28"/>
          <p:cNvSpPr txBox="1"/>
          <p:nvPr>
            <p:ph idx="1" type="body"/>
          </p:nvPr>
        </p:nvSpPr>
        <p:spPr>
          <a:xfrm>
            <a:off x="1867950" y="203530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75" name="Google Shape;675;p28"/>
          <p:cNvSpPr txBox="1"/>
          <p:nvPr>
            <p:ph idx="2" type="body"/>
          </p:nvPr>
        </p:nvSpPr>
        <p:spPr>
          <a:xfrm>
            <a:off x="1867950" y="340515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76" name="Google Shape;676;p28"/>
          <p:cNvSpPr txBox="1"/>
          <p:nvPr>
            <p:ph idx="3" type="body"/>
          </p:nvPr>
        </p:nvSpPr>
        <p:spPr>
          <a:xfrm>
            <a:off x="5297575" y="203530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77" name="Google Shape;677;p28"/>
          <p:cNvSpPr txBox="1"/>
          <p:nvPr>
            <p:ph idx="4" type="body"/>
          </p:nvPr>
        </p:nvSpPr>
        <p:spPr>
          <a:xfrm>
            <a:off x="5297575" y="340515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grpSp>
        <p:nvGrpSpPr>
          <p:cNvPr id="678" name="Google Shape;678;p28"/>
          <p:cNvGrpSpPr/>
          <p:nvPr/>
        </p:nvGrpSpPr>
        <p:grpSpPr>
          <a:xfrm>
            <a:off x="7073603" y="0"/>
            <a:ext cx="2070408" cy="1617374"/>
            <a:chOff x="6787102" y="-57263"/>
            <a:chExt cx="2403260" cy="1877393"/>
          </a:xfrm>
        </p:grpSpPr>
        <p:grpSp>
          <p:nvGrpSpPr>
            <p:cNvPr id="679" name="Google Shape;679;p28"/>
            <p:cNvGrpSpPr/>
            <p:nvPr/>
          </p:nvGrpSpPr>
          <p:grpSpPr>
            <a:xfrm rot="10800000">
              <a:off x="8286413" y="1320355"/>
              <a:ext cx="903863" cy="499775"/>
              <a:chOff x="532097" y="3249175"/>
              <a:chExt cx="669528" cy="370204"/>
            </a:xfrm>
          </p:grpSpPr>
          <p:sp>
            <p:nvSpPr>
              <p:cNvPr id="680" name="Google Shape;680;p28"/>
              <p:cNvSpPr/>
              <p:nvPr/>
            </p:nvSpPr>
            <p:spPr>
              <a:xfrm>
                <a:off x="532097" y="3249179"/>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1" name="Google Shape;681;p28"/>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82" name="Google Shape;682;p28"/>
            <p:cNvGrpSpPr/>
            <p:nvPr/>
          </p:nvGrpSpPr>
          <p:grpSpPr>
            <a:xfrm rot="10800000">
              <a:off x="6787103" y="820419"/>
              <a:ext cx="2402289" cy="499772"/>
              <a:chOff x="532752" y="3249175"/>
              <a:chExt cx="1779473" cy="370202"/>
            </a:xfrm>
          </p:grpSpPr>
          <p:sp>
            <p:nvSpPr>
              <p:cNvPr id="683" name="Google Shape;683;p28"/>
              <p:cNvSpPr/>
              <p:nvPr/>
            </p:nvSpPr>
            <p:spPr>
              <a:xfrm>
                <a:off x="532752" y="3249177"/>
                <a:ext cx="2988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4" name="Google Shape;684;p28"/>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5" name="Google Shape;685;p2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6" name="Google Shape;686;p28"/>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87" name="Google Shape;687;p28"/>
            <p:cNvGrpSpPr/>
            <p:nvPr/>
          </p:nvGrpSpPr>
          <p:grpSpPr>
            <a:xfrm rot="10800000">
              <a:off x="7286873" y="320651"/>
              <a:ext cx="1499310" cy="499770"/>
              <a:chOff x="831425" y="3249175"/>
              <a:chExt cx="1110600" cy="370200"/>
            </a:xfrm>
          </p:grpSpPr>
          <p:sp>
            <p:nvSpPr>
              <p:cNvPr id="688" name="Google Shape;688;p28"/>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9" name="Google Shape;689;p2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0" name="Google Shape;690;p28"/>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91" name="Google Shape;691;p28"/>
            <p:cNvGrpSpPr/>
            <p:nvPr/>
          </p:nvGrpSpPr>
          <p:grpSpPr>
            <a:xfrm rot="10800000">
              <a:off x="6787102" y="-57263"/>
              <a:ext cx="2403260" cy="377865"/>
              <a:chOff x="532032" y="3249173"/>
              <a:chExt cx="1780193" cy="370202"/>
            </a:xfrm>
          </p:grpSpPr>
          <p:sp>
            <p:nvSpPr>
              <p:cNvPr id="692" name="Google Shape;692;p28"/>
              <p:cNvSpPr/>
              <p:nvPr/>
            </p:nvSpPr>
            <p:spPr>
              <a:xfrm>
                <a:off x="532032" y="3249173"/>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3" name="Google Shape;693;p28"/>
              <p:cNvSpPr/>
              <p:nvPr/>
            </p:nvSpPr>
            <p:spPr>
              <a:xfrm>
                <a:off x="831430" y="324917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4" name="Google Shape;694;p2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5" name="Google Shape;695;p28"/>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6" name="Google Shape;696;p28"/>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697" name="Google Shape;697;p28"/>
          <p:cNvSpPr/>
          <p:nvPr/>
        </p:nvSpPr>
        <p:spPr>
          <a:xfrm flipH="1" rot="10800000">
            <a:off x="8088611" y="31980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8" name="Google Shape;698;p28"/>
          <p:cNvSpPr/>
          <p:nvPr/>
        </p:nvSpPr>
        <p:spPr>
          <a:xfrm flipH="1" rot="10800000">
            <a:off x="8088611" y="592679"/>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9" name="Google Shape;699;p28"/>
          <p:cNvSpPr/>
          <p:nvPr/>
        </p:nvSpPr>
        <p:spPr>
          <a:xfrm flipH="1" rot="10800000">
            <a:off x="8088611" y="117225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00" name="Google Shape;700;p28"/>
          <p:cNvSpPr/>
          <p:nvPr/>
        </p:nvSpPr>
        <p:spPr>
          <a:xfrm flipH="1" rot="10800000">
            <a:off x="8088611" y="869471"/>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01" name="Google Shape;701;p28"/>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702" name="Google Shape;702;p28"/>
          <p:cNvSpPr txBox="1"/>
          <p:nvPr>
            <p:ph idx="5" type="title"/>
          </p:nvPr>
        </p:nvSpPr>
        <p:spPr>
          <a:xfrm>
            <a:off x="38100" y="319650"/>
            <a:ext cx="1823100" cy="520200"/>
          </a:xfrm>
          <a:prstGeom prst="rect">
            <a:avLst/>
          </a:prstGeom>
        </p:spPr>
        <p:txBody>
          <a:bodyPr anchorCtr="0" anchor="t" bIns="91425" lIns="182875" spcFirstLastPara="1" rIns="91425" wrap="square" tIns="91425">
            <a:noAutofit/>
          </a:bodyPr>
          <a:lstStyle>
            <a:lvl1pPr lvl="0">
              <a:spcBef>
                <a:spcPts val="0"/>
              </a:spcBef>
              <a:spcAft>
                <a:spcPts val="0"/>
              </a:spcAft>
              <a:buNone/>
              <a:defRPr sz="1600">
                <a:solidFill>
                  <a:schemeClr val="lt2"/>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703" name="Google Shape;703;p28"/>
          <p:cNvSpPr txBox="1"/>
          <p:nvPr>
            <p:ph idx="6" type="subTitle"/>
          </p:nvPr>
        </p:nvSpPr>
        <p:spPr>
          <a:xfrm>
            <a:off x="2176499" y="319800"/>
            <a:ext cx="3904200" cy="5202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p:txBody>
      </p:sp>
      <p:sp>
        <p:nvSpPr>
          <p:cNvPr id="704" name="Google Shape;704;p28"/>
          <p:cNvSpPr txBox="1"/>
          <p:nvPr>
            <p:ph idx="7" type="subTitle"/>
          </p:nvPr>
        </p:nvSpPr>
        <p:spPr>
          <a:xfrm>
            <a:off x="1867950" y="169227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5" name="Google Shape;705;p28"/>
          <p:cNvSpPr txBox="1"/>
          <p:nvPr>
            <p:ph idx="8" type="subTitle"/>
          </p:nvPr>
        </p:nvSpPr>
        <p:spPr>
          <a:xfrm>
            <a:off x="1867950" y="306212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6" name="Google Shape;706;p28"/>
          <p:cNvSpPr txBox="1"/>
          <p:nvPr>
            <p:ph idx="9" type="subTitle"/>
          </p:nvPr>
        </p:nvSpPr>
        <p:spPr>
          <a:xfrm>
            <a:off x="5297575" y="169227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7" name="Google Shape;707;p28"/>
          <p:cNvSpPr txBox="1"/>
          <p:nvPr>
            <p:ph idx="13" type="subTitle"/>
          </p:nvPr>
        </p:nvSpPr>
        <p:spPr>
          <a:xfrm>
            <a:off x="5297575" y="306212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8" name="Google Shape;708;p28"/>
          <p:cNvSpPr txBox="1"/>
          <p:nvPr>
            <p:ph idx="1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pos="4611">
          <p15:clr>
            <a:srgbClr val="E46962"/>
          </p15:clr>
        </p15:guide>
        <p15:guide id="2" pos="3407">
          <p15:clr>
            <a:srgbClr val="E46962"/>
          </p15:clr>
        </p15:guide>
        <p15:guide id="3" pos="2262">
          <p15:clr>
            <a:srgbClr val="E46962"/>
          </p15:clr>
        </p15:guide>
        <p15:guide id="4" orient="horz" pos="1006">
          <p15:clr>
            <a:srgbClr val="E46962"/>
          </p15:clr>
        </p15:guide>
        <p15:guide id="5" pos="1175">
          <p15:clr>
            <a:srgbClr val="E46962"/>
          </p15:clr>
        </p15:guide>
      </p15:sldGuideLst>
    </p:ext>
  </p:extLst>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3">
  <p:cSld name="BLANK_1_1_1_1_1_1_1_1_1_1_1_1_1_1_1_2_1">
    <p:bg>
      <p:bgPr>
        <a:solidFill>
          <a:schemeClr val="lt1"/>
        </a:solidFill>
      </p:bgPr>
    </p:bg>
    <p:spTree>
      <p:nvGrpSpPr>
        <p:cNvPr id="709" name="Shape 709"/>
        <p:cNvGrpSpPr/>
        <p:nvPr/>
      </p:nvGrpSpPr>
      <p:grpSpPr>
        <a:xfrm>
          <a:off x="0" y="0"/>
          <a:ext cx="0" cy="0"/>
          <a:chOff x="0" y="0"/>
          <a:chExt cx="0" cy="0"/>
        </a:xfrm>
      </p:grpSpPr>
      <p:sp>
        <p:nvSpPr>
          <p:cNvPr id="710" name="Google Shape;710;p29"/>
          <p:cNvSpPr txBox="1"/>
          <p:nvPr>
            <p:ph type="title"/>
          </p:nvPr>
        </p:nvSpPr>
        <p:spPr>
          <a:xfrm>
            <a:off x="104850" y="2155850"/>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11" name="Google Shape;711;p29"/>
          <p:cNvSpPr txBox="1"/>
          <p:nvPr>
            <p:ph idx="2" type="title"/>
          </p:nvPr>
        </p:nvSpPr>
        <p:spPr>
          <a:xfrm>
            <a:off x="1932925" y="2155825"/>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12" name="Google Shape;712;p29"/>
          <p:cNvSpPr txBox="1"/>
          <p:nvPr>
            <p:ph idx="3" type="title"/>
          </p:nvPr>
        </p:nvSpPr>
        <p:spPr>
          <a:xfrm>
            <a:off x="3761000" y="2155825"/>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13" name="Google Shape;713;p29"/>
          <p:cNvSpPr txBox="1"/>
          <p:nvPr>
            <p:ph idx="4" type="title"/>
          </p:nvPr>
        </p:nvSpPr>
        <p:spPr>
          <a:xfrm>
            <a:off x="5607150" y="2155825"/>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14" name="Google Shape;714;p29"/>
          <p:cNvSpPr txBox="1"/>
          <p:nvPr>
            <p:ph idx="5"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715" name="Google Shape;715;p29"/>
          <p:cNvSpPr txBox="1"/>
          <p:nvPr>
            <p:ph idx="1" type="subTitle"/>
          </p:nvPr>
        </p:nvSpPr>
        <p:spPr>
          <a:xfrm>
            <a:off x="2176499" y="319800"/>
            <a:ext cx="3904200" cy="5202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p:txBody>
      </p:sp>
      <p:cxnSp>
        <p:nvCxnSpPr>
          <p:cNvPr id="716" name="Google Shape;716;p29"/>
          <p:cNvCxnSpPr/>
          <p:nvPr/>
        </p:nvCxnSpPr>
        <p:spPr>
          <a:xfrm>
            <a:off x="1865850" y="392700"/>
            <a:ext cx="0" cy="390300"/>
          </a:xfrm>
          <a:prstGeom prst="straightConnector1">
            <a:avLst/>
          </a:prstGeom>
          <a:noFill/>
          <a:ln cap="flat" cmpd="sng" w="19050">
            <a:solidFill>
              <a:schemeClr val="accent6"/>
            </a:solidFill>
            <a:prstDash val="solid"/>
            <a:round/>
            <a:headEnd len="med" w="med" type="none"/>
            <a:tailEnd len="med" w="med" type="none"/>
          </a:ln>
        </p:spPr>
      </p:cxnSp>
      <p:grpSp>
        <p:nvGrpSpPr>
          <p:cNvPr id="717" name="Google Shape;717;p29"/>
          <p:cNvGrpSpPr/>
          <p:nvPr/>
        </p:nvGrpSpPr>
        <p:grpSpPr>
          <a:xfrm>
            <a:off x="7073603" y="0"/>
            <a:ext cx="2070408" cy="1617374"/>
            <a:chOff x="6787102" y="-57263"/>
            <a:chExt cx="2403260" cy="1877393"/>
          </a:xfrm>
        </p:grpSpPr>
        <p:grpSp>
          <p:nvGrpSpPr>
            <p:cNvPr id="718" name="Google Shape;718;p29"/>
            <p:cNvGrpSpPr/>
            <p:nvPr/>
          </p:nvGrpSpPr>
          <p:grpSpPr>
            <a:xfrm rot="10800000">
              <a:off x="8286413" y="1320355"/>
              <a:ext cx="903863" cy="499775"/>
              <a:chOff x="532097" y="3249175"/>
              <a:chExt cx="669528" cy="370204"/>
            </a:xfrm>
          </p:grpSpPr>
          <p:sp>
            <p:nvSpPr>
              <p:cNvPr id="719" name="Google Shape;719;p29"/>
              <p:cNvSpPr/>
              <p:nvPr/>
            </p:nvSpPr>
            <p:spPr>
              <a:xfrm>
                <a:off x="532097" y="3249179"/>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0" name="Google Shape;720;p29"/>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21" name="Google Shape;721;p29"/>
            <p:cNvGrpSpPr/>
            <p:nvPr/>
          </p:nvGrpSpPr>
          <p:grpSpPr>
            <a:xfrm rot="10800000">
              <a:off x="6787103" y="820419"/>
              <a:ext cx="2402289" cy="499772"/>
              <a:chOff x="532752" y="3249175"/>
              <a:chExt cx="1779473" cy="370202"/>
            </a:xfrm>
          </p:grpSpPr>
          <p:sp>
            <p:nvSpPr>
              <p:cNvPr id="722" name="Google Shape;722;p29"/>
              <p:cNvSpPr/>
              <p:nvPr/>
            </p:nvSpPr>
            <p:spPr>
              <a:xfrm>
                <a:off x="532752" y="3249177"/>
                <a:ext cx="2988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3" name="Google Shape;723;p29"/>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4" name="Google Shape;724;p29"/>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5" name="Google Shape;725;p29"/>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26" name="Google Shape;726;p29"/>
            <p:cNvGrpSpPr/>
            <p:nvPr/>
          </p:nvGrpSpPr>
          <p:grpSpPr>
            <a:xfrm rot="10800000">
              <a:off x="7286873" y="320651"/>
              <a:ext cx="1499310" cy="499770"/>
              <a:chOff x="831425" y="3249175"/>
              <a:chExt cx="1110600" cy="370200"/>
            </a:xfrm>
          </p:grpSpPr>
          <p:sp>
            <p:nvSpPr>
              <p:cNvPr id="727" name="Google Shape;727;p29"/>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8" name="Google Shape;728;p29"/>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9" name="Google Shape;729;p29"/>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30" name="Google Shape;730;p29"/>
            <p:cNvGrpSpPr/>
            <p:nvPr/>
          </p:nvGrpSpPr>
          <p:grpSpPr>
            <a:xfrm rot="10800000">
              <a:off x="6787102" y="-57263"/>
              <a:ext cx="2403260" cy="377865"/>
              <a:chOff x="532032" y="3249173"/>
              <a:chExt cx="1780193" cy="370202"/>
            </a:xfrm>
          </p:grpSpPr>
          <p:sp>
            <p:nvSpPr>
              <p:cNvPr id="731" name="Google Shape;731;p29"/>
              <p:cNvSpPr/>
              <p:nvPr/>
            </p:nvSpPr>
            <p:spPr>
              <a:xfrm>
                <a:off x="532032" y="3249173"/>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2" name="Google Shape;732;p29"/>
              <p:cNvSpPr/>
              <p:nvPr/>
            </p:nvSpPr>
            <p:spPr>
              <a:xfrm>
                <a:off x="831430" y="324917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3" name="Google Shape;733;p29"/>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4" name="Google Shape;734;p29"/>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5" name="Google Shape;735;p29"/>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736" name="Google Shape;736;p29"/>
          <p:cNvSpPr/>
          <p:nvPr/>
        </p:nvSpPr>
        <p:spPr>
          <a:xfrm flipH="1" rot="10800000">
            <a:off x="8088611" y="31980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7" name="Google Shape;737;p29"/>
          <p:cNvSpPr/>
          <p:nvPr/>
        </p:nvSpPr>
        <p:spPr>
          <a:xfrm flipH="1" rot="10800000">
            <a:off x="8088611" y="592679"/>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8" name="Google Shape;738;p29"/>
          <p:cNvSpPr/>
          <p:nvPr/>
        </p:nvSpPr>
        <p:spPr>
          <a:xfrm flipH="1" rot="10800000">
            <a:off x="8088611" y="117225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9" name="Google Shape;739;p29"/>
          <p:cNvSpPr/>
          <p:nvPr/>
        </p:nvSpPr>
        <p:spPr>
          <a:xfrm flipH="1" rot="10800000">
            <a:off x="8088611" y="869471"/>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40" name="Google Shape;740;p29"/>
          <p:cNvSpPr txBox="1"/>
          <p:nvPr>
            <p:ph idx="6" type="body"/>
          </p:nvPr>
        </p:nvSpPr>
        <p:spPr>
          <a:xfrm>
            <a:off x="104900"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41" name="Google Shape;741;p29"/>
          <p:cNvSpPr txBox="1"/>
          <p:nvPr>
            <p:ph idx="7" type="body"/>
          </p:nvPr>
        </p:nvSpPr>
        <p:spPr>
          <a:xfrm>
            <a:off x="1932925"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800"/>
              </a:spcBef>
              <a:spcAft>
                <a:spcPts val="80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42" name="Google Shape;742;p29"/>
          <p:cNvSpPr txBox="1"/>
          <p:nvPr>
            <p:ph idx="8" type="body"/>
          </p:nvPr>
        </p:nvSpPr>
        <p:spPr>
          <a:xfrm>
            <a:off x="3761000"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43" name="Google Shape;743;p29"/>
          <p:cNvSpPr txBox="1"/>
          <p:nvPr>
            <p:ph idx="9" type="body"/>
          </p:nvPr>
        </p:nvSpPr>
        <p:spPr>
          <a:xfrm>
            <a:off x="5607150"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44" name="Google Shape;744;p29"/>
          <p:cNvSpPr txBox="1"/>
          <p:nvPr>
            <p:ph idx="13" type="title"/>
          </p:nvPr>
        </p:nvSpPr>
        <p:spPr>
          <a:xfrm>
            <a:off x="239975"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745" name="Google Shape;745;p29"/>
          <p:cNvSpPr txBox="1"/>
          <p:nvPr>
            <p:ph idx="14" type="title"/>
          </p:nvPr>
        </p:nvSpPr>
        <p:spPr>
          <a:xfrm>
            <a:off x="2009500"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746" name="Google Shape;746;p29"/>
          <p:cNvSpPr txBox="1"/>
          <p:nvPr>
            <p:ph idx="15" type="title"/>
          </p:nvPr>
        </p:nvSpPr>
        <p:spPr>
          <a:xfrm>
            <a:off x="3895425"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747" name="Google Shape;747;p29"/>
          <p:cNvSpPr txBox="1"/>
          <p:nvPr>
            <p:ph idx="16" type="title"/>
          </p:nvPr>
        </p:nvSpPr>
        <p:spPr>
          <a:xfrm>
            <a:off x="5704700"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748" name="Google Shape;748;p29"/>
          <p:cNvSpPr txBox="1"/>
          <p:nvPr>
            <p:ph idx="17" type="title"/>
          </p:nvPr>
        </p:nvSpPr>
        <p:spPr>
          <a:xfrm>
            <a:off x="38100" y="319650"/>
            <a:ext cx="1827900" cy="520200"/>
          </a:xfrm>
          <a:prstGeom prst="rect">
            <a:avLst/>
          </a:prstGeom>
        </p:spPr>
        <p:txBody>
          <a:bodyPr anchorCtr="0" anchor="t" bIns="91425" lIns="182875" spcFirstLastPara="1" rIns="91425" wrap="square" tIns="91425">
            <a:noAutofit/>
          </a:bodyPr>
          <a:lstStyle>
            <a:lvl1pPr lvl="0">
              <a:spcBef>
                <a:spcPts val="0"/>
              </a:spcBef>
              <a:spcAft>
                <a:spcPts val="0"/>
              </a:spcAft>
              <a:buNone/>
              <a:defRPr sz="1600">
                <a:solidFill>
                  <a:schemeClr val="accent6"/>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6"/>
                </a:solidFill>
              </a:defRPr>
            </a:lvl2pPr>
            <a:lvl3pPr lvl="2">
              <a:lnSpc>
                <a:spcPct val="115000"/>
              </a:lnSpc>
              <a:spcBef>
                <a:spcPts val="0"/>
              </a:spcBef>
              <a:spcAft>
                <a:spcPts val="0"/>
              </a:spcAft>
              <a:buNone/>
              <a:defRPr sz="1800">
                <a:solidFill>
                  <a:schemeClr val="accent6"/>
                </a:solidFill>
              </a:defRPr>
            </a:lvl3pPr>
            <a:lvl4pPr lvl="3">
              <a:lnSpc>
                <a:spcPct val="115000"/>
              </a:lnSpc>
              <a:spcBef>
                <a:spcPts val="0"/>
              </a:spcBef>
              <a:spcAft>
                <a:spcPts val="0"/>
              </a:spcAft>
              <a:buNone/>
              <a:defRPr sz="1800">
                <a:solidFill>
                  <a:schemeClr val="accent6"/>
                </a:solidFill>
              </a:defRPr>
            </a:lvl4pPr>
            <a:lvl5pPr lvl="4">
              <a:lnSpc>
                <a:spcPct val="115000"/>
              </a:lnSpc>
              <a:spcBef>
                <a:spcPts val="0"/>
              </a:spcBef>
              <a:spcAft>
                <a:spcPts val="0"/>
              </a:spcAft>
              <a:buNone/>
              <a:defRPr sz="1800">
                <a:solidFill>
                  <a:schemeClr val="accent6"/>
                </a:solidFill>
              </a:defRPr>
            </a:lvl5pPr>
            <a:lvl6pPr lvl="5">
              <a:lnSpc>
                <a:spcPct val="115000"/>
              </a:lnSpc>
              <a:spcBef>
                <a:spcPts val="0"/>
              </a:spcBef>
              <a:spcAft>
                <a:spcPts val="0"/>
              </a:spcAft>
              <a:buNone/>
              <a:defRPr sz="1800">
                <a:solidFill>
                  <a:schemeClr val="accent6"/>
                </a:solidFill>
              </a:defRPr>
            </a:lvl6pPr>
            <a:lvl7pPr lvl="6">
              <a:lnSpc>
                <a:spcPct val="115000"/>
              </a:lnSpc>
              <a:spcBef>
                <a:spcPts val="0"/>
              </a:spcBef>
              <a:spcAft>
                <a:spcPts val="0"/>
              </a:spcAft>
              <a:buNone/>
              <a:defRPr sz="1800">
                <a:solidFill>
                  <a:schemeClr val="accent6"/>
                </a:solidFill>
              </a:defRPr>
            </a:lvl7pPr>
            <a:lvl8pPr lvl="7">
              <a:lnSpc>
                <a:spcPct val="115000"/>
              </a:lnSpc>
              <a:spcBef>
                <a:spcPts val="0"/>
              </a:spcBef>
              <a:spcAft>
                <a:spcPts val="0"/>
              </a:spcAft>
              <a:buNone/>
              <a:defRPr sz="1800">
                <a:solidFill>
                  <a:schemeClr val="accent6"/>
                </a:solidFill>
              </a:defRPr>
            </a:lvl8pPr>
            <a:lvl9pPr lvl="8">
              <a:lnSpc>
                <a:spcPct val="115000"/>
              </a:lnSpc>
              <a:spcBef>
                <a:spcPts val="0"/>
              </a:spcBef>
              <a:spcAft>
                <a:spcPts val="0"/>
              </a:spcAft>
              <a:buNone/>
              <a:defRPr sz="1800">
                <a:solidFill>
                  <a:schemeClr val="accent6"/>
                </a:solidFill>
              </a:defRPr>
            </a:lvl9pPr>
          </a:lstStyle>
          <a:p/>
        </p:txBody>
      </p:sp>
      <p:sp>
        <p:nvSpPr>
          <p:cNvPr id="749" name="Google Shape;749;p29"/>
          <p:cNvSpPr txBox="1"/>
          <p:nvPr>
            <p:ph idx="18"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pos="4611">
          <p15:clr>
            <a:srgbClr val="E46962"/>
          </p15:clr>
        </p15:guide>
        <p15:guide id="2" pos="3431">
          <p15:clr>
            <a:srgbClr val="E46962"/>
          </p15:clr>
        </p15:guide>
        <p15:guide id="3" pos="2262">
          <p15:clr>
            <a:srgbClr val="E46962"/>
          </p15:clr>
        </p15:guide>
        <p15:guide id="4" pos="1173">
          <p15:clr>
            <a:srgbClr val="E46962"/>
          </p15:clr>
        </p15:guide>
        <p15:guide id="5" pos="1408">
          <p15:clr>
            <a:srgbClr val="E46962"/>
          </p15:clr>
        </p15:guide>
        <p15:guide id="6" pos="1175">
          <p15:clr>
            <a:srgbClr val="E46962"/>
          </p15:clr>
        </p15:guide>
      </p15:sldGuideLst>
    </p:ext>
  </p:extLst>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images with caption">
  <p:cSld name="BLANK_1_1_1_1_1_1_1_1_1_1_1_1_1_1_1_1_1_1_2">
    <p:bg>
      <p:bgPr>
        <a:solidFill>
          <a:schemeClr val="lt1"/>
        </a:solidFill>
      </p:bgPr>
    </p:bg>
    <p:spTree>
      <p:nvGrpSpPr>
        <p:cNvPr id="750" name="Shape 750"/>
        <p:cNvGrpSpPr/>
        <p:nvPr/>
      </p:nvGrpSpPr>
      <p:grpSpPr>
        <a:xfrm>
          <a:off x="0" y="0"/>
          <a:ext cx="0" cy="0"/>
          <a:chOff x="0" y="0"/>
          <a:chExt cx="0" cy="0"/>
        </a:xfrm>
      </p:grpSpPr>
      <p:sp>
        <p:nvSpPr>
          <p:cNvPr id="751" name="Google Shape;751;p30"/>
          <p:cNvSpPr txBox="1"/>
          <p:nvPr>
            <p:ph type="title"/>
          </p:nvPr>
        </p:nvSpPr>
        <p:spPr>
          <a:xfrm>
            <a:off x="38100" y="397750"/>
            <a:ext cx="1948200" cy="189300"/>
          </a:xfrm>
          <a:prstGeom prst="rect">
            <a:avLst/>
          </a:prstGeom>
        </p:spPr>
        <p:txBody>
          <a:bodyPr anchorCtr="0" anchor="t" bIns="91425" lIns="182875" spcFirstLastPara="1" rIns="91425" wrap="square" tIns="91425">
            <a:noAutofit/>
          </a:bodyPr>
          <a:lstStyle>
            <a:lvl1pPr lvl="0">
              <a:lnSpc>
                <a:spcPct val="70000"/>
              </a:lnSpc>
              <a:spcBef>
                <a:spcPts val="0"/>
              </a:spcBef>
              <a:spcAft>
                <a:spcPts val="0"/>
              </a:spcAft>
              <a:buNone/>
              <a:defRPr sz="1200">
                <a:solidFill>
                  <a:schemeClr val="dk2"/>
                </a:solidFill>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grpSp>
        <p:nvGrpSpPr>
          <p:cNvPr id="752" name="Google Shape;752;p30"/>
          <p:cNvGrpSpPr/>
          <p:nvPr/>
        </p:nvGrpSpPr>
        <p:grpSpPr>
          <a:xfrm rot="10800000">
            <a:off x="5657179" y="-1"/>
            <a:ext cx="3486840" cy="2906092"/>
            <a:chOff x="312900" y="2793625"/>
            <a:chExt cx="2221200" cy="1851250"/>
          </a:xfrm>
        </p:grpSpPr>
        <p:grpSp>
          <p:nvGrpSpPr>
            <p:cNvPr id="753" name="Google Shape;753;p30"/>
            <p:cNvGrpSpPr/>
            <p:nvPr/>
          </p:nvGrpSpPr>
          <p:grpSpPr>
            <a:xfrm>
              <a:off x="312900" y="2793625"/>
              <a:ext cx="1851000" cy="1851250"/>
              <a:chOff x="461225" y="3249175"/>
              <a:chExt cx="1851000" cy="1851250"/>
            </a:xfrm>
          </p:grpSpPr>
          <p:grpSp>
            <p:nvGrpSpPr>
              <p:cNvPr id="754" name="Google Shape;754;p30"/>
              <p:cNvGrpSpPr/>
              <p:nvPr/>
            </p:nvGrpSpPr>
            <p:grpSpPr>
              <a:xfrm>
                <a:off x="461225" y="3249175"/>
                <a:ext cx="1851000" cy="370200"/>
                <a:chOff x="461225" y="3249175"/>
                <a:chExt cx="1851000" cy="370200"/>
              </a:xfrm>
            </p:grpSpPr>
            <p:sp>
              <p:nvSpPr>
                <p:cNvPr id="755" name="Google Shape;755;p30"/>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56" name="Google Shape;756;p30"/>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57" name="Google Shape;757;p3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58" name="Google Shape;758;p30"/>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59" name="Google Shape;759;p30"/>
              <p:cNvGrpSpPr/>
              <p:nvPr/>
            </p:nvGrpSpPr>
            <p:grpSpPr>
              <a:xfrm>
                <a:off x="461225" y="3619500"/>
                <a:ext cx="1851000" cy="370200"/>
                <a:chOff x="461225" y="3249175"/>
                <a:chExt cx="1851000" cy="370200"/>
              </a:xfrm>
            </p:grpSpPr>
            <p:sp>
              <p:nvSpPr>
                <p:cNvPr id="760" name="Google Shape;760;p30"/>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1" name="Google Shape;761;p30"/>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2" name="Google Shape;762;p3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3" name="Google Shape;763;p3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4" name="Google Shape;764;p30"/>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65" name="Google Shape;765;p30"/>
              <p:cNvGrpSpPr/>
              <p:nvPr/>
            </p:nvGrpSpPr>
            <p:grpSpPr>
              <a:xfrm>
                <a:off x="461225" y="3989700"/>
                <a:ext cx="1480800" cy="1110725"/>
                <a:chOff x="461225" y="3249175"/>
                <a:chExt cx="1480800" cy="1110725"/>
              </a:xfrm>
            </p:grpSpPr>
            <p:sp>
              <p:nvSpPr>
                <p:cNvPr id="766" name="Google Shape;766;p30"/>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7" name="Google Shape;767;p3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8" name="Google Shape;768;p3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9" name="Google Shape;769;p30"/>
                <p:cNvSpPr/>
                <p:nvPr/>
              </p:nvSpPr>
              <p:spPr>
                <a:xfrm>
                  <a:off x="1201625" y="39897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70" name="Google Shape;770;p30"/>
              <p:cNvGrpSpPr/>
              <p:nvPr/>
            </p:nvGrpSpPr>
            <p:grpSpPr>
              <a:xfrm>
                <a:off x="831425" y="4360025"/>
                <a:ext cx="1480800" cy="370200"/>
                <a:chOff x="831425" y="3249175"/>
                <a:chExt cx="1480800" cy="370200"/>
              </a:xfrm>
            </p:grpSpPr>
            <p:sp>
              <p:nvSpPr>
                <p:cNvPr id="771" name="Google Shape;771;p30"/>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2" name="Google Shape;772;p3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3" name="Google Shape;773;p3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4" name="Google Shape;774;p30"/>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775" name="Google Shape;775;p30"/>
            <p:cNvSpPr/>
            <p:nvPr/>
          </p:nvSpPr>
          <p:spPr>
            <a:xfrm>
              <a:off x="2163900" y="279362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776" name="Google Shape;776;p30"/>
          <p:cNvSpPr/>
          <p:nvPr>
            <p:ph idx="2" type="pic"/>
          </p:nvPr>
        </p:nvSpPr>
        <p:spPr>
          <a:xfrm>
            <a:off x="1200750" y="984738"/>
            <a:ext cx="1649400" cy="1649400"/>
          </a:xfrm>
          <a:prstGeom prst="ellipse">
            <a:avLst/>
          </a:prstGeom>
          <a:noFill/>
          <a:ln>
            <a:noFill/>
          </a:ln>
        </p:spPr>
      </p:sp>
      <p:sp>
        <p:nvSpPr>
          <p:cNvPr id="777" name="Google Shape;777;p30"/>
          <p:cNvSpPr/>
          <p:nvPr>
            <p:ph idx="3" type="pic"/>
          </p:nvPr>
        </p:nvSpPr>
        <p:spPr>
          <a:xfrm>
            <a:off x="3747300" y="921988"/>
            <a:ext cx="1649400" cy="1649400"/>
          </a:xfrm>
          <a:prstGeom prst="ellipse">
            <a:avLst/>
          </a:prstGeom>
          <a:noFill/>
          <a:ln>
            <a:noFill/>
          </a:ln>
        </p:spPr>
      </p:sp>
      <p:sp>
        <p:nvSpPr>
          <p:cNvPr id="778" name="Google Shape;778;p30"/>
          <p:cNvSpPr/>
          <p:nvPr>
            <p:ph idx="4" type="pic"/>
          </p:nvPr>
        </p:nvSpPr>
        <p:spPr>
          <a:xfrm>
            <a:off x="6080650" y="941438"/>
            <a:ext cx="1649400" cy="1649400"/>
          </a:xfrm>
          <a:prstGeom prst="ellipse">
            <a:avLst/>
          </a:prstGeom>
          <a:noFill/>
          <a:ln>
            <a:noFill/>
          </a:ln>
        </p:spPr>
      </p:sp>
      <p:sp>
        <p:nvSpPr>
          <p:cNvPr id="779" name="Google Shape;779;p30"/>
          <p:cNvSpPr txBox="1"/>
          <p:nvPr>
            <p:ph idx="1" type="subTitle"/>
          </p:nvPr>
        </p:nvSpPr>
        <p:spPr>
          <a:xfrm>
            <a:off x="947750" y="3353900"/>
            <a:ext cx="2086800" cy="13476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780" name="Google Shape;780;p30"/>
          <p:cNvSpPr txBox="1"/>
          <p:nvPr>
            <p:ph idx="5" type="title"/>
          </p:nvPr>
        </p:nvSpPr>
        <p:spPr>
          <a:xfrm>
            <a:off x="1111850" y="3061625"/>
            <a:ext cx="1758600" cy="273300"/>
          </a:xfrm>
          <a:prstGeom prst="rect">
            <a:avLst/>
          </a:prstGeom>
        </p:spPr>
        <p:txBody>
          <a:bodyPr anchorCtr="0" anchor="b" bIns="91425" lIns="91425" spcFirstLastPara="1" rIns="91425" wrap="square" tIns="91425">
            <a:noAutofit/>
          </a:bodyPr>
          <a:lstStyle>
            <a:lvl1pPr lvl="0" algn="ctr">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781" name="Google Shape;781;p30"/>
          <p:cNvSpPr txBox="1"/>
          <p:nvPr>
            <p:ph idx="6" type="subTitle"/>
          </p:nvPr>
        </p:nvSpPr>
        <p:spPr>
          <a:xfrm>
            <a:off x="3528600" y="3353900"/>
            <a:ext cx="2086800" cy="13476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782" name="Google Shape;782;p30"/>
          <p:cNvSpPr txBox="1"/>
          <p:nvPr>
            <p:ph idx="7" type="title"/>
          </p:nvPr>
        </p:nvSpPr>
        <p:spPr>
          <a:xfrm>
            <a:off x="3692700" y="3061625"/>
            <a:ext cx="1758600" cy="273300"/>
          </a:xfrm>
          <a:prstGeom prst="rect">
            <a:avLst/>
          </a:prstGeom>
        </p:spPr>
        <p:txBody>
          <a:bodyPr anchorCtr="0" anchor="b" bIns="91425" lIns="91425" spcFirstLastPara="1" rIns="91425" wrap="square" tIns="91425">
            <a:noAutofit/>
          </a:bodyPr>
          <a:lstStyle>
            <a:lvl1pPr lvl="0" algn="ctr">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783" name="Google Shape;783;p30"/>
          <p:cNvSpPr txBox="1"/>
          <p:nvPr>
            <p:ph idx="8" type="subTitle"/>
          </p:nvPr>
        </p:nvSpPr>
        <p:spPr>
          <a:xfrm>
            <a:off x="5861950" y="3353900"/>
            <a:ext cx="2086800" cy="13476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784" name="Google Shape;784;p30"/>
          <p:cNvSpPr txBox="1"/>
          <p:nvPr>
            <p:ph idx="9" type="title"/>
          </p:nvPr>
        </p:nvSpPr>
        <p:spPr>
          <a:xfrm>
            <a:off x="6026050" y="3061625"/>
            <a:ext cx="1758600" cy="273300"/>
          </a:xfrm>
          <a:prstGeom prst="rect">
            <a:avLst/>
          </a:prstGeom>
        </p:spPr>
        <p:txBody>
          <a:bodyPr anchorCtr="0" anchor="b" bIns="91425" lIns="91425" spcFirstLastPara="1" rIns="91425" wrap="square" tIns="91425">
            <a:noAutofit/>
          </a:bodyPr>
          <a:lstStyle>
            <a:lvl1pPr lvl="0" algn="ctr">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785" name="Google Shape;785;p30"/>
          <p:cNvSpPr txBox="1"/>
          <p:nvPr>
            <p:ph idx="13"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786" name="Google Shape;786;p30"/>
          <p:cNvSpPr txBox="1"/>
          <p:nvPr>
            <p:ph idx="1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787" name="Shape 787"/>
        <p:cNvGrpSpPr/>
        <p:nvPr/>
      </p:nvGrpSpPr>
      <p:grpSpPr>
        <a:xfrm>
          <a:off x="0" y="0"/>
          <a:ext cx="0" cy="0"/>
          <a:chOff x="0" y="0"/>
          <a:chExt cx="0" cy="0"/>
        </a:xfrm>
      </p:grpSpPr>
      <p:sp>
        <p:nvSpPr>
          <p:cNvPr id="788" name="Google Shape;788;p31"/>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789" name="Google Shape;789;p31"/>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790" name="Shape 790"/>
        <p:cNvGrpSpPr/>
        <p:nvPr/>
      </p:nvGrpSpPr>
      <p:grpSpPr>
        <a:xfrm>
          <a:off x="0" y="0"/>
          <a:ext cx="0" cy="0"/>
          <a:chOff x="0" y="0"/>
          <a:chExt cx="0" cy="0"/>
        </a:xfrm>
      </p:grpSpPr>
      <p:sp>
        <p:nvSpPr>
          <p:cNvPr id="791" name="Google Shape;791;p32"/>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792" name="Shape 792"/>
        <p:cNvGrpSpPr/>
        <p:nvPr/>
      </p:nvGrpSpPr>
      <p:grpSpPr>
        <a:xfrm>
          <a:off x="0" y="0"/>
          <a:ext cx="0" cy="0"/>
          <a:chOff x="0" y="0"/>
          <a:chExt cx="0" cy="0"/>
        </a:xfrm>
      </p:grpSpPr>
      <p:sp>
        <p:nvSpPr>
          <p:cNvPr id="793" name="Google Shape;793;p3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794" name="Google Shape;794;p3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795" name="Shape 795"/>
        <p:cNvGrpSpPr/>
        <p:nvPr/>
      </p:nvGrpSpPr>
      <p:grpSpPr>
        <a:xfrm>
          <a:off x="0" y="0"/>
          <a:ext cx="0" cy="0"/>
          <a:chOff x="0" y="0"/>
          <a:chExt cx="0" cy="0"/>
        </a:xfrm>
      </p:grpSpPr>
      <p:sp>
        <p:nvSpPr>
          <p:cNvPr id="796" name="Google Shape;796;p3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797" name="Google Shape;797;p34"/>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798" name="Google Shape;798;p34"/>
          <p:cNvSpPr txBox="1"/>
          <p:nvPr>
            <p:ph idx="2" type="body"/>
          </p:nvPr>
        </p:nvSpPr>
        <p:spPr>
          <a:xfrm>
            <a:off x="48324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799" name="Shape 799"/>
        <p:cNvGrpSpPr/>
        <p:nvPr/>
      </p:nvGrpSpPr>
      <p:grpSpPr>
        <a:xfrm>
          <a:off x="0" y="0"/>
          <a:ext cx="0" cy="0"/>
          <a:chOff x="0" y="0"/>
          <a:chExt cx="0" cy="0"/>
        </a:xfrm>
      </p:grpSpPr>
      <p:sp>
        <p:nvSpPr>
          <p:cNvPr id="800" name="Google Shape;800;p3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801" name="Shape 801"/>
        <p:cNvGrpSpPr/>
        <p:nvPr/>
      </p:nvGrpSpPr>
      <p:grpSpPr>
        <a:xfrm>
          <a:off x="0" y="0"/>
          <a:ext cx="0" cy="0"/>
          <a:chOff x="0" y="0"/>
          <a:chExt cx="0" cy="0"/>
        </a:xfrm>
      </p:grpSpPr>
      <p:sp>
        <p:nvSpPr>
          <p:cNvPr id="802" name="Google Shape;802;p36"/>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803" name="Google Shape;803;p36"/>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804" name="Shape 804"/>
        <p:cNvGrpSpPr/>
        <p:nvPr/>
      </p:nvGrpSpPr>
      <p:grpSpPr>
        <a:xfrm>
          <a:off x="0" y="0"/>
          <a:ext cx="0" cy="0"/>
          <a:chOff x="0" y="0"/>
          <a:chExt cx="0" cy="0"/>
        </a:xfrm>
      </p:grpSpPr>
      <p:sp>
        <p:nvSpPr>
          <p:cNvPr id="805" name="Google Shape;805;p37"/>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806" name="Shape 806"/>
        <p:cNvGrpSpPr/>
        <p:nvPr/>
      </p:nvGrpSpPr>
      <p:grpSpPr>
        <a:xfrm>
          <a:off x="0" y="0"/>
          <a:ext cx="0" cy="0"/>
          <a:chOff x="0" y="0"/>
          <a:chExt cx="0" cy="0"/>
        </a:xfrm>
      </p:grpSpPr>
      <p:sp>
        <p:nvSpPr>
          <p:cNvPr id="807" name="Google Shape;807;p38"/>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808" name="Google Shape;808;p38"/>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809" name="Google Shape;809;p38"/>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810" name="Shape 810"/>
        <p:cNvGrpSpPr/>
        <p:nvPr/>
      </p:nvGrpSpPr>
      <p:grpSpPr>
        <a:xfrm>
          <a:off x="0" y="0"/>
          <a:ext cx="0" cy="0"/>
          <a:chOff x="0" y="0"/>
          <a:chExt cx="0" cy="0"/>
        </a:xfrm>
      </p:grpSpPr>
      <p:sp>
        <p:nvSpPr>
          <p:cNvPr id="811" name="Google Shape;811;p39"/>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812" name="Shape 812"/>
        <p:cNvGrpSpPr/>
        <p:nvPr/>
      </p:nvGrpSpPr>
      <p:grpSpPr>
        <a:xfrm>
          <a:off x="0" y="0"/>
          <a:ext cx="0" cy="0"/>
          <a:chOff x="0" y="0"/>
          <a:chExt cx="0" cy="0"/>
        </a:xfrm>
      </p:grpSpPr>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813" name="Shape 813"/>
        <p:cNvGrpSpPr/>
        <p:nvPr/>
      </p:nvGrpSpPr>
      <p:grpSpPr>
        <a:xfrm>
          <a:off x="0" y="0"/>
          <a:ext cx="0" cy="0"/>
          <a:chOff x="0" y="0"/>
          <a:chExt cx="0" cy="0"/>
        </a:xfrm>
      </p:grpSpPr>
      <p:sp>
        <p:nvSpPr>
          <p:cNvPr id="814" name="Google Shape;814;p41"/>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15" name="Google Shape;815;p41"/>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16" name="Google Shape;816;p41"/>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17" name="Google Shape;817;p41"/>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18" name="Google Shape;818;p41"/>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19" name="Google Shape;819;p41"/>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20" name="Google Shape;820;p41"/>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821" name="Shape 821"/>
        <p:cNvGrpSpPr/>
        <p:nvPr/>
      </p:nvGrpSpPr>
      <p:grpSpPr>
        <a:xfrm>
          <a:off x="0" y="0"/>
          <a:ext cx="0" cy="0"/>
          <a:chOff x="0" y="0"/>
          <a:chExt cx="0" cy="0"/>
        </a:xfrm>
      </p:grpSpPr>
      <p:sp>
        <p:nvSpPr>
          <p:cNvPr id="822" name="Google Shape;822;p4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23" name="Google Shape;823;p42"/>
          <p:cNvSpPr txBox="1"/>
          <p:nvPr>
            <p:ph idx="1" type="body"/>
          </p:nvPr>
        </p:nvSpPr>
        <p:spPr>
          <a:xfrm>
            <a:off x="311700" y="1152475"/>
            <a:ext cx="4473900" cy="3416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24" name="Google Shape;824;p42"/>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825" name="Shape 825"/>
        <p:cNvGrpSpPr/>
        <p:nvPr/>
      </p:nvGrpSpPr>
      <p:grpSpPr>
        <a:xfrm>
          <a:off x="0" y="0"/>
          <a:ext cx="0" cy="0"/>
          <a:chOff x="0" y="0"/>
          <a:chExt cx="0" cy="0"/>
        </a:xfrm>
      </p:grpSpPr>
      <p:sp>
        <p:nvSpPr>
          <p:cNvPr id="826" name="Google Shape;826;p43"/>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27" name="Google Shape;827;p43"/>
          <p:cNvSpPr txBox="1"/>
          <p:nvPr>
            <p:ph idx="1" type="body"/>
          </p:nvPr>
        </p:nvSpPr>
        <p:spPr>
          <a:xfrm>
            <a:off x="483150" y="2237788"/>
            <a:ext cx="36198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28" name="Google Shape;828;p43"/>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29" name="Google Shape;829;p43"/>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30" name="Google Shape;830;p43"/>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831" name="Shape 831"/>
        <p:cNvGrpSpPr/>
        <p:nvPr/>
      </p:nvGrpSpPr>
      <p:grpSpPr>
        <a:xfrm>
          <a:off x="0" y="0"/>
          <a:ext cx="0" cy="0"/>
          <a:chOff x="0" y="0"/>
          <a:chExt cx="0" cy="0"/>
        </a:xfrm>
      </p:grpSpPr>
      <p:sp>
        <p:nvSpPr>
          <p:cNvPr id="832" name="Google Shape;832;p44"/>
          <p:cNvSpPr txBox="1"/>
          <p:nvPr>
            <p:ph idx="1" type="body"/>
          </p:nvPr>
        </p:nvSpPr>
        <p:spPr>
          <a:xfrm>
            <a:off x="483175" y="2417500"/>
            <a:ext cx="24555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33" name="Google Shape;833;p44"/>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34" name="Google Shape;834;p44"/>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35" name="Google Shape;835;p44"/>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36" name="Google Shape;836;p44"/>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37" name="Google Shape;837;p44"/>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38" name="Google Shape;838;p44"/>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839" name="Shape 839"/>
        <p:cNvGrpSpPr/>
        <p:nvPr/>
      </p:nvGrpSpPr>
      <p:grpSpPr>
        <a:xfrm>
          <a:off x="0" y="0"/>
          <a:ext cx="0" cy="0"/>
          <a:chOff x="0" y="0"/>
          <a:chExt cx="0" cy="0"/>
        </a:xfrm>
      </p:grpSpPr>
      <p:sp>
        <p:nvSpPr>
          <p:cNvPr id="840" name="Google Shape;840;p45"/>
          <p:cNvSpPr txBox="1"/>
          <p:nvPr>
            <p:ph idx="1" type="body"/>
          </p:nvPr>
        </p:nvSpPr>
        <p:spPr>
          <a:xfrm>
            <a:off x="366725" y="1759093"/>
            <a:ext cx="3838500" cy="11385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41" name="Google Shape;841;p45"/>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42" name="Google Shape;842;p45"/>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43" name="Google Shape;843;p45"/>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44" name="Google Shape;844;p45"/>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45" name="Google Shape;845;p45"/>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46" name="Google Shape;846;p45"/>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47" name="Google Shape;847;p45"/>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48" name="Google Shape;848;p45"/>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849" name="Shape 849"/>
        <p:cNvGrpSpPr/>
        <p:nvPr/>
      </p:nvGrpSpPr>
      <p:grpSpPr>
        <a:xfrm>
          <a:off x="0" y="0"/>
          <a:ext cx="0" cy="0"/>
          <a:chOff x="0" y="0"/>
          <a:chExt cx="0" cy="0"/>
        </a:xfrm>
      </p:grpSpPr>
      <p:sp>
        <p:nvSpPr>
          <p:cNvPr id="850" name="Google Shape;850;p4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51" name="Google Shape;851;p46"/>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852" name="Shape 852"/>
        <p:cNvGrpSpPr/>
        <p:nvPr/>
      </p:nvGrpSpPr>
      <p:grpSpPr>
        <a:xfrm>
          <a:off x="0" y="0"/>
          <a:ext cx="0" cy="0"/>
          <a:chOff x="0" y="0"/>
          <a:chExt cx="0" cy="0"/>
        </a:xfrm>
      </p:grpSpPr>
      <p:sp>
        <p:nvSpPr>
          <p:cNvPr id="853" name="Google Shape;853;p47"/>
          <p:cNvSpPr txBox="1"/>
          <p:nvPr>
            <p:ph idx="1" type="body"/>
          </p:nvPr>
        </p:nvSpPr>
        <p:spPr>
          <a:xfrm>
            <a:off x="311700" y="4080225"/>
            <a:ext cx="4027500" cy="926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54" name="Google Shape;854;p47"/>
          <p:cNvSpPr/>
          <p:nvPr>
            <p:ph idx="2" type="pic"/>
          </p:nvPr>
        </p:nvSpPr>
        <p:spPr>
          <a:xfrm>
            <a:off x="4804825" y="1133300"/>
            <a:ext cx="4027500" cy="2392800"/>
          </a:xfrm>
          <a:prstGeom prst="rect">
            <a:avLst/>
          </a:prstGeom>
          <a:noFill/>
          <a:ln>
            <a:noFill/>
          </a:ln>
        </p:spPr>
      </p:sp>
      <p:sp>
        <p:nvSpPr>
          <p:cNvPr id="855" name="Google Shape;855;p47"/>
          <p:cNvSpPr/>
          <p:nvPr>
            <p:ph idx="3" type="pic"/>
          </p:nvPr>
        </p:nvSpPr>
        <p:spPr>
          <a:xfrm>
            <a:off x="311725" y="1133300"/>
            <a:ext cx="4027500" cy="2392800"/>
          </a:xfrm>
          <a:prstGeom prst="rect">
            <a:avLst/>
          </a:prstGeom>
          <a:noFill/>
          <a:ln>
            <a:noFill/>
          </a:ln>
        </p:spPr>
      </p:sp>
      <p:sp>
        <p:nvSpPr>
          <p:cNvPr id="856" name="Google Shape;856;p47"/>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57" name="Google Shape;857;p4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58" name="Google Shape;858;p47"/>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859" name="Google Shape;859;p47"/>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860" name="Shape 860"/>
        <p:cNvGrpSpPr/>
        <p:nvPr/>
      </p:nvGrpSpPr>
      <p:grpSpPr>
        <a:xfrm>
          <a:off x="0" y="0"/>
          <a:ext cx="0" cy="0"/>
          <a:chOff x="0" y="0"/>
          <a:chExt cx="0" cy="0"/>
        </a:xfrm>
      </p:grpSpPr>
      <p:sp>
        <p:nvSpPr>
          <p:cNvPr id="861" name="Google Shape;861;p48"/>
          <p:cNvSpPr txBox="1"/>
          <p:nvPr>
            <p:ph idx="1" type="body"/>
          </p:nvPr>
        </p:nvSpPr>
        <p:spPr>
          <a:xfrm>
            <a:off x="311700"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62" name="Google Shape;862;p48"/>
          <p:cNvSpPr/>
          <p:nvPr>
            <p:ph idx="2" type="pic"/>
          </p:nvPr>
        </p:nvSpPr>
        <p:spPr>
          <a:xfrm>
            <a:off x="6205225" y="1128325"/>
            <a:ext cx="2627100" cy="2273100"/>
          </a:xfrm>
          <a:prstGeom prst="rect">
            <a:avLst/>
          </a:prstGeom>
          <a:noFill/>
          <a:ln>
            <a:noFill/>
          </a:ln>
        </p:spPr>
      </p:sp>
      <p:sp>
        <p:nvSpPr>
          <p:cNvPr id="863" name="Google Shape;863;p48"/>
          <p:cNvSpPr/>
          <p:nvPr>
            <p:ph idx="3" type="pic"/>
          </p:nvPr>
        </p:nvSpPr>
        <p:spPr>
          <a:xfrm>
            <a:off x="311725" y="1128325"/>
            <a:ext cx="2627100" cy="2273100"/>
          </a:xfrm>
          <a:prstGeom prst="rect">
            <a:avLst/>
          </a:prstGeom>
          <a:noFill/>
          <a:ln>
            <a:noFill/>
          </a:ln>
        </p:spPr>
      </p:sp>
      <p:sp>
        <p:nvSpPr>
          <p:cNvPr id="864" name="Google Shape;864;p48"/>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65" name="Google Shape;865;p48"/>
          <p:cNvSpPr/>
          <p:nvPr>
            <p:ph idx="5" type="pic"/>
          </p:nvPr>
        </p:nvSpPr>
        <p:spPr>
          <a:xfrm>
            <a:off x="3255250" y="1128325"/>
            <a:ext cx="2627100" cy="2273100"/>
          </a:xfrm>
          <a:prstGeom prst="rect">
            <a:avLst/>
          </a:prstGeom>
          <a:noFill/>
          <a:ln>
            <a:noFill/>
          </a:ln>
        </p:spPr>
      </p:sp>
      <p:sp>
        <p:nvSpPr>
          <p:cNvPr id="866" name="Google Shape;866;p48"/>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67" name="Google Shape;867;p4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68" name="Google Shape;868;p48"/>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869" name="Google Shape;869;p48"/>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870" name="Google Shape;870;p48"/>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871" name="Shape 871"/>
        <p:cNvGrpSpPr/>
        <p:nvPr/>
      </p:nvGrpSpPr>
      <p:grpSpPr>
        <a:xfrm>
          <a:off x="0" y="0"/>
          <a:ext cx="0" cy="0"/>
          <a:chOff x="0" y="0"/>
          <a:chExt cx="0" cy="0"/>
        </a:xfrm>
      </p:grpSpPr>
      <p:sp>
        <p:nvSpPr>
          <p:cNvPr id="872" name="Google Shape;872;p49"/>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873" name="Shape 873"/>
        <p:cNvGrpSpPr/>
        <p:nvPr/>
      </p:nvGrpSpPr>
      <p:grpSpPr>
        <a:xfrm>
          <a:off x="0" y="0"/>
          <a:ext cx="0" cy="0"/>
          <a:chOff x="0" y="0"/>
          <a:chExt cx="0" cy="0"/>
        </a:xfrm>
      </p:grpSpPr>
      <p:sp>
        <p:nvSpPr>
          <p:cNvPr id="874" name="Google Shape;874;p50"/>
          <p:cNvSpPr/>
          <p:nvPr>
            <p:ph idx="2" type="pic"/>
          </p:nvPr>
        </p:nvSpPr>
        <p:spPr>
          <a:xfrm>
            <a:off x="3389600" y="118913"/>
            <a:ext cx="1643700" cy="1535100"/>
          </a:xfrm>
          <a:prstGeom prst="rect">
            <a:avLst/>
          </a:prstGeom>
          <a:noFill/>
          <a:ln>
            <a:noFill/>
          </a:ln>
        </p:spPr>
      </p:sp>
      <p:sp>
        <p:nvSpPr>
          <p:cNvPr id="875" name="Google Shape;875;p50"/>
          <p:cNvSpPr/>
          <p:nvPr>
            <p:ph idx="3" type="pic"/>
          </p:nvPr>
        </p:nvSpPr>
        <p:spPr>
          <a:xfrm>
            <a:off x="5195935" y="118913"/>
            <a:ext cx="1643700" cy="1535100"/>
          </a:xfrm>
          <a:prstGeom prst="rect">
            <a:avLst/>
          </a:prstGeom>
          <a:noFill/>
          <a:ln>
            <a:noFill/>
          </a:ln>
        </p:spPr>
      </p:sp>
      <p:sp>
        <p:nvSpPr>
          <p:cNvPr id="876" name="Google Shape;876;p50"/>
          <p:cNvSpPr/>
          <p:nvPr>
            <p:ph idx="4" type="pic"/>
          </p:nvPr>
        </p:nvSpPr>
        <p:spPr>
          <a:xfrm>
            <a:off x="7002270" y="118913"/>
            <a:ext cx="1643700" cy="1535100"/>
          </a:xfrm>
          <a:prstGeom prst="rect">
            <a:avLst/>
          </a:prstGeom>
          <a:noFill/>
          <a:ln>
            <a:noFill/>
          </a:ln>
        </p:spPr>
      </p:sp>
      <p:sp>
        <p:nvSpPr>
          <p:cNvPr id="877" name="Google Shape;877;p50"/>
          <p:cNvSpPr/>
          <p:nvPr>
            <p:ph idx="5" type="pic"/>
          </p:nvPr>
        </p:nvSpPr>
        <p:spPr>
          <a:xfrm>
            <a:off x="3389588" y="1804212"/>
            <a:ext cx="1643700" cy="1535100"/>
          </a:xfrm>
          <a:prstGeom prst="rect">
            <a:avLst/>
          </a:prstGeom>
          <a:noFill/>
          <a:ln>
            <a:noFill/>
          </a:ln>
        </p:spPr>
      </p:sp>
      <p:sp>
        <p:nvSpPr>
          <p:cNvPr id="878" name="Google Shape;878;p50"/>
          <p:cNvSpPr/>
          <p:nvPr>
            <p:ph idx="6" type="pic"/>
          </p:nvPr>
        </p:nvSpPr>
        <p:spPr>
          <a:xfrm>
            <a:off x="5195922" y="1804212"/>
            <a:ext cx="1643700" cy="1535100"/>
          </a:xfrm>
          <a:prstGeom prst="rect">
            <a:avLst/>
          </a:prstGeom>
          <a:noFill/>
          <a:ln>
            <a:noFill/>
          </a:ln>
        </p:spPr>
      </p:sp>
      <p:sp>
        <p:nvSpPr>
          <p:cNvPr id="879" name="Google Shape;879;p50"/>
          <p:cNvSpPr/>
          <p:nvPr>
            <p:ph idx="7" type="pic"/>
          </p:nvPr>
        </p:nvSpPr>
        <p:spPr>
          <a:xfrm>
            <a:off x="7002257" y="1804212"/>
            <a:ext cx="1643700" cy="1535100"/>
          </a:xfrm>
          <a:prstGeom prst="rect">
            <a:avLst/>
          </a:prstGeom>
          <a:noFill/>
          <a:ln>
            <a:noFill/>
          </a:ln>
        </p:spPr>
      </p:sp>
      <p:sp>
        <p:nvSpPr>
          <p:cNvPr id="880" name="Google Shape;880;p50"/>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81" name="Google Shape;881;p50"/>
          <p:cNvSpPr/>
          <p:nvPr>
            <p:ph idx="8" type="pic"/>
          </p:nvPr>
        </p:nvSpPr>
        <p:spPr>
          <a:xfrm>
            <a:off x="3389588" y="3489487"/>
            <a:ext cx="1643700" cy="1535100"/>
          </a:xfrm>
          <a:prstGeom prst="rect">
            <a:avLst/>
          </a:prstGeom>
          <a:noFill/>
          <a:ln>
            <a:noFill/>
          </a:ln>
        </p:spPr>
      </p:sp>
      <p:sp>
        <p:nvSpPr>
          <p:cNvPr id="882" name="Google Shape;882;p50"/>
          <p:cNvSpPr/>
          <p:nvPr>
            <p:ph idx="9" type="pic"/>
          </p:nvPr>
        </p:nvSpPr>
        <p:spPr>
          <a:xfrm>
            <a:off x="5195922" y="3489487"/>
            <a:ext cx="1643700" cy="1535100"/>
          </a:xfrm>
          <a:prstGeom prst="rect">
            <a:avLst/>
          </a:prstGeom>
          <a:noFill/>
          <a:ln>
            <a:noFill/>
          </a:ln>
        </p:spPr>
      </p:sp>
      <p:sp>
        <p:nvSpPr>
          <p:cNvPr id="883" name="Google Shape;883;p50"/>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0"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228600" y="1452125"/>
            <a:ext cx="5760600" cy="3460200"/>
          </a:xfrm>
          <a:prstGeom prst="rect">
            <a:avLst/>
          </a:prstGeom>
          <a:noFill/>
          <a:ln>
            <a:noFill/>
          </a:ln>
        </p:spPr>
        <p:txBody>
          <a:bodyPr anchorCtr="0" anchor="t" bIns="91425" lIns="91425" spcFirstLastPara="1" rIns="91425" wrap="square" tIns="91425">
            <a:spAutoFit/>
          </a:bodyPr>
          <a:lstStyle>
            <a:lvl1pPr indent="-304800" lvl="0" marL="457200">
              <a:lnSpc>
                <a:spcPct val="115000"/>
              </a:lnSpc>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1pPr>
            <a:lvl2pPr indent="-304800" lvl="1" marL="9144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2pPr>
            <a:lvl3pPr indent="-304800" lvl="2" marL="13716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3pPr>
            <a:lvl4pPr indent="-304800" lvl="3" marL="18288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4pPr>
            <a:lvl5pPr indent="-304800" lvl="4" marL="22860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5pPr>
            <a:lvl6pPr indent="-304800" lvl="5" marL="27432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6pPr>
            <a:lvl7pPr indent="-304800" lvl="6" marL="32004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7pPr>
            <a:lvl8pPr indent="-304800" lvl="7" marL="36576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8pPr>
            <a:lvl9pPr indent="-304800" lvl="8" marL="4114800">
              <a:lnSpc>
                <a:spcPct val="115000"/>
              </a:lnSpc>
              <a:spcBef>
                <a:spcPts val="800"/>
              </a:spcBef>
              <a:spcAft>
                <a:spcPts val="800"/>
              </a:spcAft>
              <a:buClr>
                <a:schemeClr val="lt1"/>
              </a:buClr>
              <a:buSzPts val="1200"/>
              <a:buFont typeface="Sora"/>
              <a:buChar char="■"/>
              <a:defRPr sz="1200">
                <a:solidFill>
                  <a:schemeClr val="lt1"/>
                </a:solidFill>
                <a:latin typeface="Sora"/>
                <a:ea typeface="Sora"/>
                <a:cs typeface="Sora"/>
                <a:sym typeface="Sora"/>
              </a:defRPr>
            </a:lvl9pPr>
          </a:lstStyle>
          <a:p/>
        </p:txBody>
      </p:sp>
      <p:sp>
        <p:nvSpPr>
          <p:cNvPr id="7" name="Google Shape;7;p1"/>
          <p:cNvSpPr txBox="1"/>
          <p:nvPr>
            <p:ph type="title"/>
          </p:nvPr>
        </p:nvSpPr>
        <p:spPr>
          <a:xfrm>
            <a:off x="402800" y="197225"/>
            <a:ext cx="6537900" cy="12549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3000"/>
              <a:buFont typeface="IBM Plex Sans"/>
              <a:buNone/>
              <a:defRPr sz="3000">
                <a:solidFill>
                  <a:schemeClr val="lt1"/>
                </a:solidFill>
                <a:latin typeface="IBM Plex Sans"/>
                <a:ea typeface="IBM Plex Sans"/>
                <a:cs typeface="IBM Plex Sans"/>
                <a:sym typeface="IBM Plex Sans"/>
              </a:defRPr>
            </a:lvl1pPr>
            <a:lvl2pPr lvl="1">
              <a:spcBef>
                <a:spcPts val="0"/>
              </a:spcBef>
              <a:spcAft>
                <a:spcPts val="0"/>
              </a:spcAft>
              <a:buSzPts val="3000"/>
              <a:buFont typeface="IBM Plex Sans"/>
              <a:buNone/>
              <a:defRPr sz="3000">
                <a:latin typeface="IBM Plex Sans"/>
                <a:ea typeface="IBM Plex Sans"/>
                <a:cs typeface="IBM Plex Sans"/>
                <a:sym typeface="IBM Plex Sans"/>
              </a:defRPr>
            </a:lvl2pPr>
            <a:lvl3pPr lvl="2">
              <a:spcBef>
                <a:spcPts val="0"/>
              </a:spcBef>
              <a:spcAft>
                <a:spcPts val="0"/>
              </a:spcAft>
              <a:buSzPts val="3000"/>
              <a:buFont typeface="IBM Plex Sans"/>
              <a:buNone/>
              <a:defRPr sz="3000">
                <a:latin typeface="IBM Plex Sans"/>
                <a:ea typeface="IBM Plex Sans"/>
                <a:cs typeface="IBM Plex Sans"/>
                <a:sym typeface="IBM Plex Sans"/>
              </a:defRPr>
            </a:lvl3pPr>
            <a:lvl4pPr lvl="3">
              <a:spcBef>
                <a:spcPts val="0"/>
              </a:spcBef>
              <a:spcAft>
                <a:spcPts val="0"/>
              </a:spcAft>
              <a:buSzPts val="3000"/>
              <a:buFont typeface="IBM Plex Sans"/>
              <a:buNone/>
              <a:defRPr sz="3000">
                <a:latin typeface="IBM Plex Sans"/>
                <a:ea typeface="IBM Plex Sans"/>
                <a:cs typeface="IBM Plex Sans"/>
                <a:sym typeface="IBM Plex Sans"/>
              </a:defRPr>
            </a:lvl4pPr>
            <a:lvl5pPr lvl="4">
              <a:spcBef>
                <a:spcPts val="0"/>
              </a:spcBef>
              <a:spcAft>
                <a:spcPts val="0"/>
              </a:spcAft>
              <a:buSzPts val="3000"/>
              <a:buFont typeface="IBM Plex Sans"/>
              <a:buNone/>
              <a:defRPr sz="3000">
                <a:latin typeface="IBM Plex Sans"/>
                <a:ea typeface="IBM Plex Sans"/>
                <a:cs typeface="IBM Plex Sans"/>
                <a:sym typeface="IBM Plex Sans"/>
              </a:defRPr>
            </a:lvl5pPr>
            <a:lvl6pPr lvl="5">
              <a:spcBef>
                <a:spcPts val="0"/>
              </a:spcBef>
              <a:spcAft>
                <a:spcPts val="0"/>
              </a:spcAft>
              <a:buSzPts val="3000"/>
              <a:buFont typeface="IBM Plex Sans"/>
              <a:buNone/>
              <a:defRPr sz="3000">
                <a:latin typeface="IBM Plex Sans"/>
                <a:ea typeface="IBM Plex Sans"/>
                <a:cs typeface="IBM Plex Sans"/>
                <a:sym typeface="IBM Plex Sans"/>
              </a:defRPr>
            </a:lvl6pPr>
            <a:lvl7pPr lvl="6">
              <a:spcBef>
                <a:spcPts val="0"/>
              </a:spcBef>
              <a:spcAft>
                <a:spcPts val="0"/>
              </a:spcAft>
              <a:buSzPts val="3000"/>
              <a:buFont typeface="IBM Plex Sans"/>
              <a:buNone/>
              <a:defRPr sz="3000">
                <a:latin typeface="IBM Plex Sans"/>
                <a:ea typeface="IBM Plex Sans"/>
                <a:cs typeface="IBM Plex Sans"/>
                <a:sym typeface="IBM Plex Sans"/>
              </a:defRPr>
            </a:lvl7pPr>
            <a:lvl8pPr lvl="7">
              <a:spcBef>
                <a:spcPts val="0"/>
              </a:spcBef>
              <a:spcAft>
                <a:spcPts val="0"/>
              </a:spcAft>
              <a:buSzPts val="3000"/>
              <a:buFont typeface="IBM Plex Sans"/>
              <a:buNone/>
              <a:defRPr sz="3000">
                <a:latin typeface="IBM Plex Sans"/>
                <a:ea typeface="IBM Plex Sans"/>
                <a:cs typeface="IBM Plex Sans"/>
                <a:sym typeface="IBM Plex Sans"/>
              </a:defRPr>
            </a:lvl8pPr>
            <a:lvl9pPr lvl="8">
              <a:spcBef>
                <a:spcPts val="0"/>
              </a:spcBef>
              <a:spcAft>
                <a:spcPts val="0"/>
              </a:spcAft>
              <a:buSzPts val="3000"/>
              <a:buFont typeface="IBM Plex Sans"/>
              <a:buNone/>
              <a:defRPr sz="3000">
                <a:latin typeface="IBM Plex Sans"/>
                <a:ea typeface="IBM Plex Sans"/>
                <a:cs typeface="IBM Plex Sans"/>
                <a:sym typeface="IBM Plex Sans"/>
              </a:defRPr>
            </a:lvl9pPr>
          </a:lstStyle>
          <a:p/>
        </p:txBody>
      </p:sp>
      <p:sp>
        <p:nvSpPr>
          <p:cNvPr id="8" name="Google Shape;8;p1"/>
          <p:cNvSpPr txBox="1"/>
          <p:nvPr>
            <p:ph idx="2" type="body"/>
          </p:nvPr>
        </p:nvSpPr>
        <p:spPr>
          <a:xfrm>
            <a:off x="3439325" y="1502775"/>
            <a:ext cx="5344800" cy="24399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1pPr>
            <a:lvl2pPr indent="-304800" lvl="1" marL="9144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2pPr>
            <a:lvl3pPr indent="-304800" lvl="2" marL="13716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3pPr>
            <a:lvl4pPr indent="-304800" lvl="3" marL="18288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4pPr>
            <a:lvl5pPr indent="-304800" lvl="4" marL="22860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5pPr>
            <a:lvl6pPr indent="-304800" lvl="5" marL="27432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6pPr>
            <a:lvl7pPr indent="-304800" lvl="6" marL="32004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7pPr>
            <a:lvl8pPr indent="-304800" lvl="7" marL="36576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8pPr>
            <a:lvl9pPr indent="-304800" lvl="8" marL="41148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26">
          <p15:clr>
            <a:srgbClr val="E46962"/>
          </p15:clr>
        </p15:guide>
        <p15:guide id="10" pos="4285">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7" name="Shape 887"/>
        <p:cNvGrpSpPr/>
        <p:nvPr/>
      </p:nvGrpSpPr>
      <p:grpSpPr>
        <a:xfrm>
          <a:off x="0" y="0"/>
          <a:ext cx="0" cy="0"/>
          <a:chOff x="0" y="0"/>
          <a:chExt cx="0" cy="0"/>
        </a:xfrm>
      </p:grpSpPr>
      <p:sp>
        <p:nvSpPr>
          <p:cNvPr id="888" name="Google Shape;888;p51"/>
          <p:cNvSpPr txBox="1"/>
          <p:nvPr>
            <p:ph type="title"/>
          </p:nvPr>
        </p:nvSpPr>
        <p:spPr>
          <a:xfrm>
            <a:off x="74600" y="1942575"/>
            <a:ext cx="5876700" cy="2388000"/>
          </a:xfrm>
          <a:prstGeom prst="rect">
            <a:avLst/>
          </a:prstGeom>
        </p:spPr>
        <p:txBody>
          <a:bodyPr anchorCtr="0" anchor="b" bIns="91425" lIns="91425" spcFirstLastPara="1" rIns="91425" wrap="square" tIns="91425">
            <a:noAutofit/>
          </a:bodyPr>
          <a:lstStyle/>
          <a:p>
            <a:pPr indent="0" lvl="0" marL="0" rtl="0" algn="l">
              <a:lnSpc>
                <a:spcPct val="85000"/>
              </a:lnSpc>
              <a:spcBef>
                <a:spcPts val="0"/>
              </a:spcBef>
              <a:spcAft>
                <a:spcPts val="0"/>
              </a:spcAft>
              <a:buNone/>
            </a:pPr>
            <a:r>
              <a:rPr lang="en">
                <a:solidFill>
                  <a:schemeClr val="dk2"/>
                </a:solidFill>
              </a:rPr>
              <a:t>WebToSpeech</a:t>
            </a:r>
            <a:endParaRPr>
              <a:solidFill>
                <a:schemeClr val="dk2"/>
              </a:solidFill>
            </a:endParaRPr>
          </a:p>
          <a:p>
            <a:pPr indent="0" lvl="0" marL="0" rtl="0" algn="l">
              <a:lnSpc>
                <a:spcPct val="85000"/>
              </a:lnSpc>
              <a:spcBef>
                <a:spcPts val="0"/>
              </a:spcBef>
              <a:spcAft>
                <a:spcPts val="0"/>
              </a:spcAft>
              <a:buNone/>
            </a:pPr>
            <a:r>
              <a:rPr lang="en">
                <a:solidFill>
                  <a:schemeClr val="dk2"/>
                </a:solidFill>
              </a:rPr>
              <a:t>Project Requirements</a:t>
            </a:r>
            <a:endParaRPr>
              <a:solidFill>
                <a:schemeClr val="dk2"/>
              </a:solidFill>
            </a:endParaRPr>
          </a:p>
        </p:txBody>
      </p:sp>
      <p:sp>
        <p:nvSpPr>
          <p:cNvPr id="889" name="Google Shape;889;p51"/>
          <p:cNvSpPr txBox="1"/>
          <p:nvPr>
            <p:ph idx="1" type="subTitle"/>
          </p:nvPr>
        </p:nvSpPr>
        <p:spPr>
          <a:xfrm>
            <a:off x="130200" y="4291350"/>
            <a:ext cx="4922100" cy="739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1200">
                <a:latin typeface="Sora"/>
                <a:ea typeface="Sora"/>
                <a:cs typeface="Sora"/>
                <a:sym typeface="Sora"/>
              </a:rPr>
              <a:t>Names: John Hurley, Chandler Boone, Danny Lee, Brady Byrd</a:t>
            </a:r>
            <a:endParaRPr sz="1200">
              <a:latin typeface="Sora"/>
              <a:ea typeface="Sora"/>
              <a:cs typeface="Sora"/>
              <a:sym typeface="Sor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3" name="Shape 893"/>
        <p:cNvGrpSpPr/>
        <p:nvPr/>
      </p:nvGrpSpPr>
      <p:grpSpPr>
        <a:xfrm>
          <a:off x="0" y="0"/>
          <a:ext cx="0" cy="0"/>
          <a:chOff x="0" y="0"/>
          <a:chExt cx="0" cy="0"/>
        </a:xfrm>
      </p:grpSpPr>
      <p:sp>
        <p:nvSpPr>
          <p:cNvPr id="894" name="Google Shape;894;p52"/>
          <p:cNvSpPr txBox="1"/>
          <p:nvPr>
            <p:ph idx="3" type="title"/>
          </p:nvPr>
        </p:nvSpPr>
        <p:spPr>
          <a:xfrm>
            <a:off x="115025" y="471075"/>
            <a:ext cx="3941700" cy="6834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Contents</a:t>
            </a:r>
            <a:endParaRPr/>
          </a:p>
        </p:txBody>
      </p:sp>
      <p:sp>
        <p:nvSpPr>
          <p:cNvPr id="895" name="Google Shape;895;p52"/>
          <p:cNvSpPr txBox="1"/>
          <p:nvPr>
            <p:ph idx="5" type="subTitle"/>
          </p:nvPr>
        </p:nvSpPr>
        <p:spPr>
          <a:xfrm>
            <a:off x="4525050" y="3195787"/>
            <a:ext cx="1481100" cy="1983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b="0" lang="en"/>
              <a:t>5.</a:t>
            </a:r>
            <a:endParaRPr b="0"/>
          </a:p>
        </p:txBody>
      </p:sp>
      <p:sp>
        <p:nvSpPr>
          <p:cNvPr id="896" name="Google Shape;896;p52"/>
          <p:cNvSpPr txBox="1"/>
          <p:nvPr>
            <p:ph idx="6" type="subTitle"/>
          </p:nvPr>
        </p:nvSpPr>
        <p:spPr>
          <a:xfrm>
            <a:off x="4525050" y="2894875"/>
            <a:ext cx="1377900" cy="277200"/>
          </a:xfrm>
          <a:prstGeom prst="rect">
            <a:avLst/>
          </a:prstGeom>
        </p:spPr>
        <p:txBody>
          <a:bodyPr anchorCtr="0" anchor="b" bIns="91425" lIns="0" spcFirstLastPara="1" rIns="91425" wrap="square" tIns="0">
            <a:noAutofit/>
          </a:bodyPr>
          <a:lstStyle/>
          <a:p>
            <a:pPr indent="0" lvl="0" marL="0" rtl="0" algn="l">
              <a:spcBef>
                <a:spcPts val="0"/>
              </a:spcBef>
              <a:spcAft>
                <a:spcPts val="0"/>
              </a:spcAft>
              <a:buNone/>
            </a:pPr>
            <a:r>
              <a:rPr lang="en"/>
              <a:t>Sign-in Page</a:t>
            </a:r>
            <a:endParaRPr/>
          </a:p>
        </p:txBody>
      </p:sp>
      <p:sp>
        <p:nvSpPr>
          <p:cNvPr id="897" name="Google Shape;897;p52"/>
          <p:cNvSpPr txBox="1"/>
          <p:nvPr>
            <p:ph idx="7" type="subTitle"/>
          </p:nvPr>
        </p:nvSpPr>
        <p:spPr>
          <a:xfrm>
            <a:off x="4525050" y="2662000"/>
            <a:ext cx="1481100" cy="1983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b="0" lang="en"/>
              <a:t>4.</a:t>
            </a:r>
            <a:endParaRPr b="0"/>
          </a:p>
        </p:txBody>
      </p:sp>
      <p:sp>
        <p:nvSpPr>
          <p:cNvPr id="898" name="Google Shape;898;p52"/>
          <p:cNvSpPr txBox="1"/>
          <p:nvPr>
            <p:ph idx="8" type="subTitle"/>
          </p:nvPr>
        </p:nvSpPr>
        <p:spPr>
          <a:xfrm>
            <a:off x="4525050" y="2361875"/>
            <a:ext cx="1377900" cy="277200"/>
          </a:xfrm>
          <a:prstGeom prst="rect">
            <a:avLst/>
          </a:prstGeom>
        </p:spPr>
        <p:txBody>
          <a:bodyPr anchorCtr="0" anchor="b" bIns="91425" lIns="0" spcFirstLastPara="1" rIns="91425" wrap="square" tIns="0">
            <a:noAutofit/>
          </a:bodyPr>
          <a:lstStyle/>
          <a:p>
            <a:pPr indent="0" lvl="0" marL="0" rtl="0" algn="l">
              <a:spcBef>
                <a:spcPts val="0"/>
              </a:spcBef>
              <a:spcAft>
                <a:spcPts val="0"/>
              </a:spcAft>
              <a:buNone/>
            </a:pPr>
            <a:r>
              <a:rPr lang="en"/>
              <a:t>Webpage Overview</a:t>
            </a:r>
            <a:endParaRPr/>
          </a:p>
        </p:txBody>
      </p:sp>
      <p:sp>
        <p:nvSpPr>
          <p:cNvPr id="899" name="Google Shape;899;p52"/>
          <p:cNvSpPr txBox="1"/>
          <p:nvPr>
            <p:ph idx="9" type="subTitle"/>
          </p:nvPr>
        </p:nvSpPr>
        <p:spPr>
          <a:xfrm>
            <a:off x="4525050" y="2129000"/>
            <a:ext cx="1481100" cy="1983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b="0" lang="en"/>
              <a:t>3.</a:t>
            </a:r>
            <a:endParaRPr b="0"/>
          </a:p>
        </p:txBody>
      </p:sp>
      <p:sp>
        <p:nvSpPr>
          <p:cNvPr id="900" name="Google Shape;900;p52"/>
          <p:cNvSpPr txBox="1"/>
          <p:nvPr>
            <p:ph idx="13" type="subTitle"/>
          </p:nvPr>
        </p:nvSpPr>
        <p:spPr>
          <a:xfrm>
            <a:off x="4525050" y="1829250"/>
            <a:ext cx="1184700" cy="277200"/>
          </a:xfrm>
          <a:prstGeom prst="rect">
            <a:avLst/>
          </a:prstGeom>
        </p:spPr>
        <p:txBody>
          <a:bodyPr anchorCtr="0" anchor="b" bIns="91425" lIns="0" spcFirstLastPara="1" rIns="91425" wrap="square" tIns="0">
            <a:noAutofit/>
          </a:bodyPr>
          <a:lstStyle/>
          <a:p>
            <a:pPr indent="0" lvl="0" marL="0" rtl="0" algn="l">
              <a:spcBef>
                <a:spcPts val="0"/>
              </a:spcBef>
              <a:spcAft>
                <a:spcPts val="0"/>
              </a:spcAft>
              <a:buNone/>
            </a:pPr>
            <a:r>
              <a:rPr lang="en"/>
              <a:t>Tech and Tools</a:t>
            </a:r>
            <a:endParaRPr/>
          </a:p>
        </p:txBody>
      </p:sp>
      <p:sp>
        <p:nvSpPr>
          <p:cNvPr id="901" name="Google Shape;901;p52"/>
          <p:cNvSpPr txBox="1"/>
          <p:nvPr>
            <p:ph idx="14" type="subTitle"/>
          </p:nvPr>
        </p:nvSpPr>
        <p:spPr>
          <a:xfrm>
            <a:off x="4525050" y="1596375"/>
            <a:ext cx="1481100" cy="1983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b="0" lang="en"/>
              <a:t>2.</a:t>
            </a:r>
            <a:endParaRPr b="0"/>
          </a:p>
        </p:txBody>
      </p:sp>
      <p:sp>
        <p:nvSpPr>
          <p:cNvPr id="902" name="Google Shape;902;p52"/>
          <p:cNvSpPr txBox="1"/>
          <p:nvPr>
            <p:ph idx="15" type="subTitle"/>
          </p:nvPr>
        </p:nvSpPr>
        <p:spPr>
          <a:xfrm>
            <a:off x="4525050" y="1296625"/>
            <a:ext cx="1377900" cy="277200"/>
          </a:xfrm>
          <a:prstGeom prst="rect">
            <a:avLst/>
          </a:prstGeom>
        </p:spPr>
        <p:txBody>
          <a:bodyPr anchorCtr="0" anchor="b" bIns="91425" lIns="0" spcFirstLastPara="1" rIns="91425" wrap="square" tIns="0">
            <a:noAutofit/>
          </a:bodyPr>
          <a:lstStyle/>
          <a:p>
            <a:pPr indent="0" lvl="0" marL="0" rtl="0" algn="l">
              <a:spcBef>
                <a:spcPts val="0"/>
              </a:spcBef>
              <a:spcAft>
                <a:spcPts val="0"/>
              </a:spcAft>
              <a:buNone/>
            </a:pPr>
            <a:r>
              <a:rPr lang="en"/>
              <a:t>Abstract Summary</a:t>
            </a:r>
            <a:endParaRPr/>
          </a:p>
        </p:txBody>
      </p:sp>
      <p:sp>
        <p:nvSpPr>
          <p:cNvPr id="903" name="Google Shape;903;p52"/>
          <p:cNvSpPr txBox="1"/>
          <p:nvPr>
            <p:ph idx="16" type="subTitle"/>
          </p:nvPr>
        </p:nvSpPr>
        <p:spPr>
          <a:xfrm>
            <a:off x="4525050" y="1063750"/>
            <a:ext cx="1481100" cy="1983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b="0" lang="en"/>
              <a:t>1.</a:t>
            </a:r>
            <a:endParaRPr b="0"/>
          </a:p>
        </p:txBody>
      </p:sp>
      <p:sp>
        <p:nvSpPr>
          <p:cNvPr id="904" name="Google Shape;904;p52"/>
          <p:cNvSpPr txBox="1"/>
          <p:nvPr>
            <p:ph idx="1" type="subTitle"/>
          </p:nvPr>
        </p:nvSpPr>
        <p:spPr>
          <a:xfrm>
            <a:off x="4525050" y="3963975"/>
            <a:ext cx="1776900" cy="277200"/>
          </a:xfrm>
          <a:prstGeom prst="rect">
            <a:avLst/>
          </a:prstGeom>
        </p:spPr>
        <p:txBody>
          <a:bodyPr anchorCtr="0" anchor="b" bIns="91425" lIns="0" spcFirstLastPara="1" rIns="91425" wrap="square" tIns="0">
            <a:noAutofit/>
          </a:bodyPr>
          <a:lstStyle/>
          <a:p>
            <a:pPr indent="0" lvl="0" marL="0" rtl="0" algn="l">
              <a:spcBef>
                <a:spcPts val="0"/>
              </a:spcBef>
              <a:spcAft>
                <a:spcPts val="0"/>
              </a:spcAft>
              <a:buNone/>
            </a:pPr>
            <a:r>
              <a:rPr lang="en"/>
              <a:t>Dashboard Requirements</a:t>
            </a:r>
            <a:endParaRPr/>
          </a:p>
        </p:txBody>
      </p:sp>
      <p:sp>
        <p:nvSpPr>
          <p:cNvPr id="905" name="Google Shape;905;p52"/>
          <p:cNvSpPr txBox="1"/>
          <p:nvPr>
            <p:ph idx="2" type="subTitle"/>
          </p:nvPr>
        </p:nvSpPr>
        <p:spPr>
          <a:xfrm>
            <a:off x="4525050" y="3731112"/>
            <a:ext cx="1481100" cy="1983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b="0" lang="en"/>
              <a:t>6.</a:t>
            </a:r>
            <a:endParaRPr b="0"/>
          </a:p>
        </p:txBody>
      </p:sp>
      <p:sp>
        <p:nvSpPr>
          <p:cNvPr id="906" name="Google Shape;906;p52"/>
          <p:cNvSpPr txBox="1"/>
          <p:nvPr>
            <p:ph idx="4" type="subTitle"/>
          </p:nvPr>
        </p:nvSpPr>
        <p:spPr>
          <a:xfrm>
            <a:off x="4525050" y="3428650"/>
            <a:ext cx="1377900" cy="277200"/>
          </a:xfrm>
          <a:prstGeom prst="rect">
            <a:avLst/>
          </a:prstGeom>
        </p:spPr>
        <p:txBody>
          <a:bodyPr anchorCtr="0" anchor="b" bIns="91425" lIns="0" spcFirstLastPara="1" rIns="91425" wrap="square" tIns="91425">
            <a:noAutofit/>
          </a:bodyPr>
          <a:lstStyle/>
          <a:p>
            <a:pPr indent="0" lvl="0" marL="0" rtl="0" algn="l">
              <a:spcBef>
                <a:spcPts val="0"/>
              </a:spcBef>
              <a:spcAft>
                <a:spcPts val="0"/>
              </a:spcAft>
              <a:buNone/>
            </a:pPr>
            <a:r>
              <a:rPr lang="en"/>
              <a:t>Dashboard Page</a:t>
            </a:r>
            <a:endParaRPr/>
          </a:p>
        </p:txBody>
      </p:sp>
      <p:sp>
        <p:nvSpPr>
          <p:cNvPr id="907" name="Google Shape;907;p52"/>
          <p:cNvSpPr txBox="1"/>
          <p:nvPr>
            <p:ph idx="1" type="subTitle"/>
          </p:nvPr>
        </p:nvSpPr>
        <p:spPr>
          <a:xfrm>
            <a:off x="4525050" y="4508625"/>
            <a:ext cx="1184700" cy="277200"/>
          </a:xfrm>
          <a:prstGeom prst="rect">
            <a:avLst/>
          </a:prstGeom>
        </p:spPr>
        <p:txBody>
          <a:bodyPr anchorCtr="0" anchor="b" bIns="91425" lIns="0" spcFirstLastPara="1" rIns="91425" wrap="square" tIns="0">
            <a:noAutofit/>
          </a:bodyPr>
          <a:lstStyle/>
          <a:p>
            <a:pPr indent="0" lvl="0" marL="0" rtl="0" algn="l">
              <a:spcBef>
                <a:spcPts val="0"/>
              </a:spcBef>
              <a:spcAft>
                <a:spcPts val="0"/>
              </a:spcAft>
              <a:buNone/>
            </a:pPr>
            <a:r>
              <a:rPr lang="en"/>
              <a:t>Document Page</a:t>
            </a:r>
            <a:endParaRPr/>
          </a:p>
        </p:txBody>
      </p:sp>
      <p:sp>
        <p:nvSpPr>
          <p:cNvPr id="908" name="Google Shape;908;p52"/>
          <p:cNvSpPr txBox="1"/>
          <p:nvPr>
            <p:ph idx="2" type="subTitle"/>
          </p:nvPr>
        </p:nvSpPr>
        <p:spPr>
          <a:xfrm>
            <a:off x="4525050" y="4275750"/>
            <a:ext cx="1184700" cy="1983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b="0" lang="en"/>
              <a:t>7</a:t>
            </a:r>
            <a:r>
              <a:rPr b="0" lang="en"/>
              <a:t>.</a:t>
            </a:r>
            <a:endParaRPr b="0"/>
          </a:p>
        </p:txBody>
      </p:sp>
      <p:sp>
        <p:nvSpPr>
          <p:cNvPr id="909" name="Google Shape;909;p52"/>
          <p:cNvSpPr txBox="1"/>
          <p:nvPr>
            <p:ph idx="1" type="subTitle"/>
          </p:nvPr>
        </p:nvSpPr>
        <p:spPr>
          <a:xfrm>
            <a:off x="6350225" y="1281938"/>
            <a:ext cx="3972600" cy="277200"/>
          </a:xfrm>
          <a:prstGeom prst="rect">
            <a:avLst/>
          </a:prstGeom>
        </p:spPr>
        <p:txBody>
          <a:bodyPr anchorCtr="0" anchor="b" bIns="91425" lIns="0" spcFirstLastPara="1" rIns="91425" wrap="square" tIns="0">
            <a:noAutofit/>
          </a:bodyPr>
          <a:lstStyle/>
          <a:p>
            <a:pPr indent="0" lvl="0" marL="0" rtl="0" algn="l">
              <a:spcBef>
                <a:spcPts val="0"/>
              </a:spcBef>
              <a:spcAft>
                <a:spcPts val="0"/>
              </a:spcAft>
              <a:buNone/>
            </a:pPr>
            <a:r>
              <a:rPr lang="en"/>
              <a:t>Document Format Requirements</a:t>
            </a:r>
            <a:endParaRPr/>
          </a:p>
        </p:txBody>
      </p:sp>
      <p:sp>
        <p:nvSpPr>
          <p:cNvPr id="910" name="Google Shape;910;p52"/>
          <p:cNvSpPr txBox="1"/>
          <p:nvPr>
            <p:ph idx="2" type="subTitle"/>
          </p:nvPr>
        </p:nvSpPr>
        <p:spPr>
          <a:xfrm>
            <a:off x="6350225" y="1061112"/>
            <a:ext cx="1481100" cy="1983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b="0" lang="en"/>
              <a:t>8</a:t>
            </a:r>
            <a:r>
              <a:rPr b="0" lang="en"/>
              <a:t>.</a:t>
            </a:r>
            <a:endParaRPr b="0"/>
          </a:p>
        </p:txBody>
      </p:sp>
      <p:sp>
        <p:nvSpPr>
          <p:cNvPr id="911" name="Google Shape;911;p52"/>
          <p:cNvSpPr txBox="1"/>
          <p:nvPr>
            <p:ph idx="1" type="subTitle"/>
          </p:nvPr>
        </p:nvSpPr>
        <p:spPr>
          <a:xfrm>
            <a:off x="6350225" y="1814575"/>
            <a:ext cx="3972600" cy="277200"/>
          </a:xfrm>
          <a:prstGeom prst="rect">
            <a:avLst/>
          </a:prstGeom>
        </p:spPr>
        <p:txBody>
          <a:bodyPr anchorCtr="0" anchor="b" bIns="91425" lIns="0" spcFirstLastPara="1" rIns="91425" wrap="square" tIns="0">
            <a:noAutofit/>
          </a:bodyPr>
          <a:lstStyle/>
          <a:p>
            <a:pPr indent="0" lvl="0" marL="0" rtl="0" algn="l">
              <a:spcBef>
                <a:spcPts val="0"/>
              </a:spcBef>
              <a:spcAft>
                <a:spcPts val="0"/>
              </a:spcAft>
              <a:buNone/>
            </a:pPr>
            <a:r>
              <a:rPr lang="en"/>
              <a:t>Profile Page</a:t>
            </a:r>
            <a:endParaRPr/>
          </a:p>
        </p:txBody>
      </p:sp>
      <p:sp>
        <p:nvSpPr>
          <p:cNvPr id="912" name="Google Shape;912;p52"/>
          <p:cNvSpPr txBox="1"/>
          <p:nvPr>
            <p:ph idx="2" type="subTitle"/>
          </p:nvPr>
        </p:nvSpPr>
        <p:spPr>
          <a:xfrm>
            <a:off x="6350225" y="1587725"/>
            <a:ext cx="1481100" cy="1983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b="0" lang="en"/>
              <a:t>9</a:t>
            </a:r>
            <a:r>
              <a:rPr b="0" lang="en"/>
              <a:t>.</a:t>
            </a:r>
            <a:endParaRPr b="0"/>
          </a:p>
        </p:txBody>
      </p:sp>
      <p:sp>
        <p:nvSpPr>
          <p:cNvPr id="913" name="Google Shape;913;p52"/>
          <p:cNvSpPr txBox="1"/>
          <p:nvPr>
            <p:ph idx="1" type="subTitle"/>
          </p:nvPr>
        </p:nvSpPr>
        <p:spPr>
          <a:xfrm>
            <a:off x="6365675" y="2335213"/>
            <a:ext cx="3941700" cy="277200"/>
          </a:xfrm>
          <a:prstGeom prst="rect">
            <a:avLst/>
          </a:prstGeom>
        </p:spPr>
        <p:txBody>
          <a:bodyPr anchorCtr="0" anchor="b" bIns="91425" lIns="0" spcFirstLastPara="1" rIns="91425" wrap="square" tIns="0">
            <a:noAutofit/>
          </a:bodyPr>
          <a:lstStyle/>
          <a:p>
            <a:pPr indent="0" lvl="0" marL="0" rtl="0" algn="l">
              <a:spcBef>
                <a:spcPts val="0"/>
              </a:spcBef>
              <a:spcAft>
                <a:spcPts val="0"/>
              </a:spcAft>
              <a:buNone/>
            </a:pPr>
            <a:r>
              <a:rPr lang="en"/>
              <a:t>Profile Page Requirements</a:t>
            </a:r>
            <a:endParaRPr/>
          </a:p>
        </p:txBody>
      </p:sp>
      <p:sp>
        <p:nvSpPr>
          <p:cNvPr id="914" name="Google Shape;914;p52"/>
          <p:cNvSpPr txBox="1"/>
          <p:nvPr>
            <p:ph idx="2" type="subTitle"/>
          </p:nvPr>
        </p:nvSpPr>
        <p:spPr>
          <a:xfrm>
            <a:off x="6350225" y="2114350"/>
            <a:ext cx="1481100" cy="1983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b="0" lang="en"/>
              <a:t>10</a:t>
            </a:r>
            <a:r>
              <a:rPr b="0" lang="en"/>
              <a:t>.</a:t>
            </a:r>
            <a:endParaRPr b="0"/>
          </a:p>
        </p:txBody>
      </p:sp>
      <p:sp>
        <p:nvSpPr>
          <p:cNvPr id="915" name="Google Shape;915;p52"/>
          <p:cNvSpPr txBox="1"/>
          <p:nvPr>
            <p:ph idx="1" type="subTitle"/>
          </p:nvPr>
        </p:nvSpPr>
        <p:spPr>
          <a:xfrm>
            <a:off x="6350225" y="2789950"/>
            <a:ext cx="3972600" cy="277200"/>
          </a:xfrm>
          <a:prstGeom prst="rect">
            <a:avLst/>
          </a:prstGeom>
        </p:spPr>
        <p:txBody>
          <a:bodyPr anchorCtr="0" anchor="b" bIns="91425" lIns="0" spcFirstLastPara="1" rIns="91425" wrap="square" tIns="0">
            <a:noAutofit/>
          </a:bodyPr>
          <a:lstStyle/>
          <a:p>
            <a:pPr indent="0" lvl="0" marL="0" rtl="0" algn="l">
              <a:spcBef>
                <a:spcPts val="0"/>
              </a:spcBef>
              <a:spcAft>
                <a:spcPts val="0"/>
              </a:spcAft>
              <a:buNone/>
            </a:pPr>
            <a:r>
              <a:rPr lang="en"/>
              <a:t>Risky Project Requirements</a:t>
            </a:r>
            <a:endParaRPr/>
          </a:p>
        </p:txBody>
      </p:sp>
      <p:sp>
        <p:nvSpPr>
          <p:cNvPr id="916" name="Google Shape;916;p52"/>
          <p:cNvSpPr txBox="1"/>
          <p:nvPr>
            <p:ph idx="2" type="subTitle"/>
          </p:nvPr>
        </p:nvSpPr>
        <p:spPr>
          <a:xfrm>
            <a:off x="6350225" y="2557087"/>
            <a:ext cx="1481100" cy="1983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b="0" lang="en"/>
              <a:t>11</a:t>
            </a:r>
            <a:r>
              <a:rPr b="0" lang="en"/>
              <a:t>.</a:t>
            </a:r>
            <a:endParaRPr b="0"/>
          </a:p>
        </p:txBody>
      </p:sp>
      <p:sp>
        <p:nvSpPr>
          <p:cNvPr id="917" name="Google Shape;917;p52"/>
          <p:cNvSpPr txBox="1"/>
          <p:nvPr>
            <p:ph idx="1" type="subTitle"/>
          </p:nvPr>
        </p:nvSpPr>
        <p:spPr>
          <a:xfrm>
            <a:off x="6350225" y="3220638"/>
            <a:ext cx="3972600" cy="277200"/>
          </a:xfrm>
          <a:prstGeom prst="rect">
            <a:avLst/>
          </a:prstGeom>
        </p:spPr>
        <p:txBody>
          <a:bodyPr anchorCtr="0" anchor="b" bIns="91425" lIns="0" spcFirstLastPara="1" rIns="91425" wrap="square" tIns="0">
            <a:noAutofit/>
          </a:bodyPr>
          <a:lstStyle/>
          <a:p>
            <a:pPr indent="0" lvl="0" marL="0" rtl="0" algn="l">
              <a:spcBef>
                <a:spcPts val="0"/>
              </a:spcBef>
              <a:spcAft>
                <a:spcPts val="0"/>
              </a:spcAft>
              <a:buNone/>
            </a:pPr>
            <a:r>
              <a:rPr lang="en"/>
              <a:t>TTS integration Risks</a:t>
            </a:r>
            <a:endParaRPr/>
          </a:p>
        </p:txBody>
      </p:sp>
      <p:sp>
        <p:nvSpPr>
          <p:cNvPr id="918" name="Google Shape;918;p52"/>
          <p:cNvSpPr txBox="1"/>
          <p:nvPr>
            <p:ph idx="2" type="subTitle"/>
          </p:nvPr>
        </p:nvSpPr>
        <p:spPr>
          <a:xfrm>
            <a:off x="6350225" y="2999812"/>
            <a:ext cx="1481100" cy="1983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b="0" lang="en"/>
              <a:t>12</a:t>
            </a:r>
            <a:r>
              <a:rPr b="0" lang="en"/>
              <a:t>.</a:t>
            </a:r>
            <a:endParaRPr b="0"/>
          </a:p>
        </p:txBody>
      </p:sp>
      <p:sp>
        <p:nvSpPr>
          <p:cNvPr id="919" name="Google Shape;919;p52"/>
          <p:cNvSpPr txBox="1"/>
          <p:nvPr>
            <p:ph idx="1" type="subTitle"/>
          </p:nvPr>
        </p:nvSpPr>
        <p:spPr>
          <a:xfrm>
            <a:off x="6350225" y="3636850"/>
            <a:ext cx="3972600" cy="277200"/>
          </a:xfrm>
          <a:prstGeom prst="rect">
            <a:avLst/>
          </a:prstGeom>
        </p:spPr>
        <p:txBody>
          <a:bodyPr anchorCtr="0" anchor="b" bIns="91425" lIns="0" spcFirstLastPara="1" rIns="91425" wrap="square" tIns="0">
            <a:noAutofit/>
          </a:bodyPr>
          <a:lstStyle/>
          <a:p>
            <a:pPr indent="0" lvl="0" marL="0" rtl="0" algn="l">
              <a:spcBef>
                <a:spcPts val="0"/>
              </a:spcBef>
              <a:spcAft>
                <a:spcPts val="0"/>
              </a:spcAft>
              <a:buNone/>
            </a:pPr>
            <a:r>
              <a:rPr lang="en"/>
              <a:t>Annotation and Bookmark Risks</a:t>
            </a:r>
            <a:endParaRPr/>
          </a:p>
        </p:txBody>
      </p:sp>
      <p:sp>
        <p:nvSpPr>
          <p:cNvPr id="920" name="Google Shape;920;p52"/>
          <p:cNvSpPr txBox="1"/>
          <p:nvPr>
            <p:ph idx="2" type="subTitle"/>
          </p:nvPr>
        </p:nvSpPr>
        <p:spPr>
          <a:xfrm>
            <a:off x="6350225" y="3460950"/>
            <a:ext cx="1481100" cy="1983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b="0" lang="en"/>
              <a:t>13</a:t>
            </a:r>
            <a:r>
              <a:rPr b="0" lang="en"/>
              <a:t>.</a:t>
            </a:r>
            <a:endParaRPr b="0"/>
          </a:p>
        </p:txBody>
      </p:sp>
      <p:sp>
        <p:nvSpPr>
          <p:cNvPr id="921" name="Google Shape;921;p52"/>
          <p:cNvSpPr txBox="1"/>
          <p:nvPr>
            <p:ph idx="1" type="subTitle"/>
          </p:nvPr>
        </p:nvSpPr>
        <p:spPr>
          <a:xfrm>
            <a:off x="6365675" y="4066300"/>
            <a:ext cx="3941700" cy="277200"/>
          </a:xfrm>
          <a:prstGeom prst="rect">
            <a:avLst/>
          </a:prstGeom>
        </p:spPr>
        <p:txBody>
          <a:bodyPr anchorCtr="0" anchor="b" bIns="91425" lIns="0" spcFirstLastPara="1" rIns="91425" wrap="square" tIns="0">
            <a:noAutofit/>
          </a:bodyPr>
          <a:lstStyle/>
          <a:p>
            <a:pPr indent="0" lvl="0" marL="0" rtl="0" algn="l">
              <a:spcBef>
                <a:spcPts val="0"/>
              </a:spcBef>
              <a:spcAft>
                <a:spcPts val="0"/>
              </a:spcAft>
              <a:buNone/>
            </a:pPr>
            <a:r>
              <a:rPr lang="en"/>
              <a:t>Public Collection Risks</a:t>
            </a:r>
            <a:endParaRPr/>
          </a:p>
        </p:txBody>
      </p:sp>
      <p:sp>
        <p:nvSpPr>
          <p:cNvPr id="922" name="Google Shape;922;p52"/>
          <p:cNvSpPr txBox="1"/>
          <p:nvPr>
            <p:ph idx="2" type="subTitle"/>
          </p:nvPr>
        </p:nvSpPr>
        <p:spPr>
          <a:xfrm>
            <a:off x="6350225" y="3867437"/>
            <a:ext cx="1481100" cy="1983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b="0" lang="en"/>
              <a:t>14.</a:t>
            </a:r>
            <a:endParaRPr b="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p53"/>
          <p:cNvSpPr txBox="1"/>
          <p:nvPr>
            <p:ph type="title"/>
          </p:nvPr>
        </p:nvSpPr>
        <p:spPr>
          <a:xfrm>
            <a:off x="96025" y="1206300"/>
            <a:ext cx="6507000" cy="945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Abstract Summary</a:t>
            </a:r>
            <a:endParaRPr/>
          </a:p>
        </p:txBody>
      </p:sp>
      <p:sp>
        <p:nvSpPr>
          <p:cNvPr id="928" name="Google Shape;928;p53"/>
          <p:cNvSpPr txBox="1"/>
          <p:nvPr>
            <p:ph idx="1" type="subTitle"/>
          </p:nvPr>
        </p:nvSpPr>
        <p:spPr>
          <a:xfrm>
            <a:off x="115025" y="2152200"/>
            <a:ext cx="3759600" cy="2570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rgbClr val="000000"/>
                </a:solidFill>
              </a:rPr>
              <a:t>WebToSpeech is a web application created with the purpose to make a simplified and organized reading experience for a wide audience of users. Users will have the ability to upload and then organize their documents. Once they have at least 1 document, the user will be able to open that document and use any of the services provided features, such as a text-to-speech reader or any of the annotation tools.</a:t>
            </a:r>
            <a:endParaRPr sz="1300">
              <a:latin typeface="Sora Light"/>
              <a:ea typeface="Sora Light"/>
              <a:cs typeface="Sora Light"/>
              <a:sym typeface="Sora Ligh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2" name="Shape 932"/>
        <p:cNvGrpSpPr/>
        <p:nvPr/>
      </p:nvGrpSpPr>
      <p:grpSpPr>
        <a:xfrm>
          <a:off x="0" y="0"/>
          <a:ext cx="0" cy="0"/>
          <a:chOff x="0" y="0"/>
          <a:chExt cx="0" cy="0"/>
        </a:xfrm>
      </p:grpSpPr>
      <p:sp>
        <p:nvSpPr>
          <p:cNvPr id="933" name="Google Shape;933;p54"/>
          <p:cNvSpPr txBox="1"/>
          <p:nvPr>
            <p:ph idx="9" type="title"/>
          </p:nvPr>
        </p:nvSpPr>
        <p:spPr>
          <a:xfrm>
            <a:off x="3820750" y="1711525"/>
            <a:ext cx="1800000" cy="1262100"/>
          </a:xfrm>
          <a:prstGeom prst="rect">
            <a:avLst/>
          </a:prstGeom>
        </p:spPr>
        <p:txBody>
          <a:bodyPr anchorCtr="0" anchor="t" bIns="91425" lIns="0" spcFirstLastPara="1" rIns="0" wrap="square" tIns="91425">
            <a:noAutofit/>
          </a:bodyPr>
          <a:lstStyle/>
          <a:p>
            <a:pPr indent="0" lvl="0" marL="0" rtl="0" algn="l">
              <a:lnSpc>
                <a:spcPct val="150000"/>
              </a:lnSpc>
              <a:spcBef>
                <a:spcPts val="0"/>
              </a:spcBef>
              <a:spcAft>
                <a:spcPts val="0"/>
              </a:spcAft>
              <a:buNone/>
            </a:pPr>
            <a:r>
              <a:rPr lang="en" sz="1300">
                <a:latin typeface="Sora"/>
                <a:ea typeface="Sora"/>
                <a:cs typeface="Sora"/>
                <a:sym typeface="Sora"/>
              </a:rPr>
              <a:t>Front end languages</a:t>
            </a:r>
            <a:endParaRPr sz="1300">
              <a:latin typeface="Sora"/>
              <a:ea typeface="Sora"/>
              <a:cs typeface="Sora"/>
              <a:sym typeface="Sora"/>
            </a:endParaRPr>
          </a:p>
          <a:p>
            <a:pPr indent="0" lvl="0" marL="0" rtl="0" algn="l">
              <a:lnSpc>
                <a:spcPct val="150000"/>
              </a:lnSpc>
              <a:spcBef>
                <a:spcPts val="0"/>
              </a:spcBef>
              <a:spcAft>
                <a:spcPts val="0"/>
              </a:spcAft>
              <a:buNone/>
            </a:pPr>
            <a:r>
              <a:rPr lang="en" sz="1300">
                <a:latin typeface="Sora"/>
                <a:ea typeface="Sora"/>
                <a:cs typeface="Sora"/>
                <a:sym typeface="Sora"/>
              </a:rPr>
              <a:t>Web frameworks</a:t>
            </a:r>
            <a:endParaRPr sz="1300">
              <a:latin typeface="Sora"/>
              <a:ea typeface="Sora"/>
              <a:cs typeface="Sora"/>
              <a:sym typeface="Sora"/>
            </a:endParaRPr>
          </a:p>
          <a:p>
            <a:pPr indent="0" lvl="0" marL="0" rtl="0" algn="l">
              <a:lnSpc>
                <a:spcPct val="150000"/>
              </a:lnSpc>
              <a:spcBef>
                <a:spcPts val="0"/>
              </a:spcBef>
              <a:spcAft>
                <a:spcPts val="0"/>
              </a:spcAft>
              <a:buNone/>
            </a:pPr>
            <a:r>
              <a:rPr lang="en" sz="1300">
                <a:latin typeface="Sora"/>
                <a:ea typeface="Sora"/>
                <a:cs typeface="Sora"/>
                <a:sym typeface="Sora"/>
              </a:rPr>
              <a:t>Libraries</a:t>
            </a:r>
            <a:endParaRPr sz="1300">
              <a:latin typeface="Sora"/>
              <a:ea typeface="Sora"/>
              <a:cs typeface="Sora"/>
              <a:sym typeface="Sora"/>
            </a:endParaRPr>
          </a:p>
          <a:p>
            <a:pPr indent="0" lvl="0" marL="0" rtl="0" algn="l">
              <a:lnSpc>
                <a:spcPct val="150000"/>
              </a:lnSpc>
              <a:spcBef>
                <a:spcPts val="0"/>
              </a:spcBef>
              <a:spcAft>
                <a:spcPts val="0"/>
              </a:spcAft>
              <a:buNone/>
            </a:pPr>
            <a:r>
              <a:rPr lang="en" sz="1300">
                <a:latin typeface="Sora"/>
                <a:ea typeface="Sora"/>
                <a:cs typeface="Sora"/>
                <a:sym typeface="Sora"/>
              </a:rPr>
              <a:t>Server</a:t>
            </a:r>
            <a:endParaRPr sz="1300">
              <a:latin typeface="Sora"/>
              <a:ea typeface="Sora"/>
              <a:cs typeface="Sora"/>
              <a:sym typeface="Sora"/>
            </a:endParaRPr>
          </a:p>
          <a:p>
            <a:pPr indent="0" lvl="0" marL="0" rtl="0" algn="l">
              <a:lnSpc>
                <a:spcPct val="150000"/>
              </a:lnSpc>
              <a:spcBef>
                <a:spcPts val="0"/>
              </a:spcBef>
              <a:spcAft>
                <a:spcPts val="0"/>
              </a:spcAft>
              <a:buNone/>
            </a:pPr>
            <a:r>
              <a:rPr lang="en" sz="1300">
                <a:latin typeface="Sora"/>
                <a:ea typeface="Sora"/>
                <a:cs typeface="Sora"/>
                <a:sym typeface="Sora"/>
              </a:rPr>
              <a:t>Database</a:t>
            </a:r>
            <a:endParaRPr sz="1300">
              <a:latin typeface="Sora"/>
              <a:ea typeface="Sora"/>
              <a:cs typeface="Sora"/>
              <a:sym typeface="Sora"/>
            </a:endParaRPr>
          </a:p>
        </p:txBody>
      </p:sp>
      <p:sp>
        <p:nvSpPr>
          <p:cNvPr id="934" name="Google Shape;934;p54"/>
          <p:cNvSpPr txBox="1"/>
          <p:nvPr>
            <p:ph idx="14" type="title"/>
          </p:nvPr>
        </p:nvSpPr>
        <p:spPr>
          <a:xfrm>
            <a:off x="5600527" y="1711575"/>
            <a:ext cx="3515400" cy="15222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300">
                <a:latin typeface="Sora"/>
                <a:ea typeface="Sora"/>
                <a:cs typeface="Sora"/>
                <a:sym typeface="Sora"/>
              </a:rPr>
              <a:t>Typescript, Javascript, HTML, and CSS</a:t>
            </a:r>
            <a:endParaRPr sz="1300">
              <a:latin typeface="Sora"/>
              <a:ea typeface="Sora"/>
              <a:cs typeface="Sora"/>
              <a:sym typeface="Sora"/>
            </a:endParaRPr>
          </a:p>
          <a:p>
            <a:pPr indent="0" lvl="0" marL="0" rtl="0" algn="l">
              <a:lnSpc>
                <a:spcPct val="150000"/>
              </a:lnSpc>
              <a:spcBef>
                <a:spcPts val="0"/>
              </a:spcBef>
              <a:spcAft>
                <a:spcPts val="0"/>
              </a:spcAft>
              <a:buNone/>
            </a:pPr>
            <a:r>
              <a:rPr lang="en" sz="1300">
                <a:latin typeface="Sora"/>
                <a:ea typeface="Sora"/>
                <a:cs typeface="Sora"/>
                <a:sym typeface="Sora"/>
              </a:rPr>
              <a:t>React and Bootstrap</a:t>
            </a:r>
            <a:endParaRPr sz="1300">
              <a:latin typeface="Sora"/>
              <a:ea typeface="Sora"/>
              <a:cs typeface="Sora"/>
              <a:sym typeface="Sora"/>
            </a:endParaRPr>
          </a:p>
          <a:p>
            <a:pPr indent="0" lvl="0" marL="0" rtl="0" algn="l">
              <a:lnSpc>
                <a:spcPct val="150000"/>
              </a:lnSpc>
              <a:spcBef>
                <a:spcPts val="0"/>
              </a:spcBef>
              <a:spcAft>
                <a:spcPts val="0"/>
              </a:spcAft>
              <a:buNone/>
            </a:pPr>
            <a:r>
              <a:rPr lang="en" sz="1300">
                <a:latin typeface="Sora"/>
                <a:ea typeface="Sora"/>
                <a:cs typeface="Sora"/>
                <a:sym typeface="Sora"/>
              </a:rPr>
              <a:t>Talkify (JS)</a:t>
            </a:r>
            <a:endParaRPr sz="1300">
              <a:latin typeface="Sora"/>
              <a:ea typeface="Sora"/>
              <a:cs typeface="Sora"/>
              <a:sym typeface="Sora"/>
            </a:endParaRPr>
          </a:p>
          <a:p>
            <a:pPr indent="0" lvl="0" marL="0" rtl="0" algn="l">
              <a:lnSpc>
                <a:spcPct val="150000"/>
              </a:lnSpc>
              <a:spcBef>
                <a:spcPts val="0"/>
              </a:spcBef>
              <a:spcAft>
                <a:spcPts val="0"/>
              </a:spcAft>
              <a:buNone/>
            </a:pPr>
            <a:r>
              <a:rPr lang="en" sz="1300">
                <a:latin typeface="Sora"/>
                <a:ea typeface="Sora"/>
                <a:cs typeface="Sora"/>
                <a:sym typeface="Sora"/>
              </a:rPr>
              <a:t>Vercel</a:t>
            </a:r>
            <a:endParaRPr sz="1300">
              <a:latin typeface="Sora"/>
              <a:ea typeface="Sora"/>
              <a:cs typeface="Sora"/>
              <a:sym typeface="Sora"/>
            </a:endParaRPr>
          </a:p>
          <a:p>
            <a:pPr indent="0" lvl="0" marL="0" rtl="0" algn="l">
              <a:lnSpc>
                <a:spcPct val="150000"/>
              </a:lnSpc>
              <a:spcBef>
                <a:spcPts val="0"/>
              </a:spcBef>
              <a:spcAft>
                <a:spcPts val="0"/>
              </a:spcAft>
              <a:buNone/>
            </a:pPr>
            <a:r>
              <a:rPr lang="en" sz="1300">
                <a:latin typeface="Sora"/>
                <a:ea typeface="Sora"/>
                <a:cs typeface="Sora"/>
                <a:sym typeface="Sora"/>
              </a:rPr>
              <a:t>Supabase(Postgres SQL)</a:t>
            </a:r>
            <a:endParaRPr sz="1300">
              <a:latin typeface="Sora"/>
              <a:ea typeface="Sora"/>
              <a:cs typeface="Sora"/>
              <a:sym typeface="Sora"/>
            </a:endParaRPr>
          </a:p>
        </p:txBody>
      </p:sp>
      <p:sp>
        <p:nvSpPr>
          <p:cNvPr id="935" name="Google Shape;935;p54"/>
          <p:cNvSpPr txBox="1"/>
          <p:nvPr>
            <p:ph type="title"/>
          </p:nvPr>
        </p:nvSpPr>
        <p:spPr>
          <a:xfrm>
            <a:off x="3822450" y="1287875"/>
            <a:ext cx="1583400" cy="27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sz="1400"/>
              <a:t>Category</a:t>
            </a:r>
            <a:endParaRPr sz="1400"/>
          </a:p>
        </p:txBody>
      </p:sp>
      <p:sp>
        <p:nvSpPr>
          <p:cNvPr id="936" name="Google Shape;936;p54"/>
          <p:cNvSpPr txBox="1"/>
          <p:nvPr>
            <p:ph idx="16" type="title"/>
          </p:nvPr>
        </p:nvSpPr>
        <p:spPr>
          <a:xfrm>
            <a:off x="93381" y="502775"/>
            <a:ext cx="7178100" cy="6834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Tools/Tech</a:t>
            </a:r>
            <a:endParaRPr/>
          </a:p>
        </p:txBody>
      </p:sp>
      <p:sp>
        <p:nvSpPr>
          <p:cNvPr id="937" name="Google Shape;937;p54"/>
          <p:cNvSpPr/>
          <p:nvPr/>
        </p:nvSpPr>
        <p:spPr>
          <a:xfrm flipH="1" rot="10800000">
            <a:off x="3820750" y="1627625"/>
            <a:ext cx="53232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38" name="Google Shape;938;p54"/>
          <p:cNvSpPr txBox="1"/>
          <p:nvPr>
            <p:ph type="title"/>
          </p:nvPr>
        </p:nvSpPr>
        <p:spPr>
          <a:xfrm>
            <a:off x="5702952" y="1286656"/>
            <a:ext cx="1583400" cy="27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sz="1400"/>
              <a:t>Tools</a:t>
            </a:r>
            <a:endParaRPr sz="14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2" name="Shape 942"/>
        <p:cNvGrpSpPr/>
        <p:nvPr/>
      </p:nvGrpSpPr>
      <p:grpSpPr>
        <a:xfrm>
          <a:off x="0" y="0"/>
          <a:ext cx="0" cy="0"/>
          <a:chOff x="0" y="0"/>
          <a:chExt cx="0" cy="0"/>
        </a:xfrm>
      </p:grpSpPr>
      <p:sp>
        <p:nvSpPr>
          <p:cNvPr id="943" name="Google Shape;943;p55"/>
          <p:cNvSpPr txBox="1"/>
          <p:nvPr>
            <p:ph type="title"/>
          </p:nvPr>
        </p:nvSpPr>
        <p:spPr>
          <a:xfrm>
            <a:off x="115025" y="880025"/>
            <a:ext cx="6507000" cy="70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Webpage Overview</a:t>
            </a:r>
            <a:endParaRPr/>
          </a:p>
        </p:txBody>
      </p:sp>
      <p:sp>
        <p:nvSpPr>
          <p:cNvPr id="944" name="Google Shape;944;p55"/>
          <p:cNvSpPr txBox="1"/>
          <p:nvPr>
            <p:ph idx="1" type="subTitle"/>
          </p:nvPr>
        </p:nvSpPr>
        <p:spPr>
          <a:xfrm>
            <a:off x="115025" y="1588625"/>
            <a:ext cx="5374500" cy="3430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300"/>
              <a:t>The WebToSpeech website will </a:t>
            </a:r>
            <a:r>
              <a:rPr lang="en" sz="1300"/>
              <a:t>consist</a:t>
            </a:r>
            <a:r>
              <a:rPr lang="en" sz="1300"/>
              <a:t> of 4 pages</a:t>
            </a:r>
            <a:endParaRPr sz="1300"/>
          </a:p>
          <a:p>
            <a:pPr indent="-311150" lvl="0" marL="457200" rtl="0" algn="l">
              <a:spcBef>
                <a:spcPts val="1000"/>
              </a:spcBef>
              <a:spcAft>
                <a:spcPts val="0"/>
              </a:spcAft>
              <a:buSzPts val="1300"/>
              <a:buAutoNum type="arabicPeriod"/>
            </a:pPr>
            <a:r>
              <a:rPr lang="en" sz="1300"/>
              <a:t>Sign-In</a:t>
            </a:r>
            <a:endParaRPr sz="1300"/>
          </a:p>
          <a:p>
            <a:pPr indent="-311150" lvl="0" marL="457200" rtl="0" algn="l">
              <a:spcBef>
                <a:spcPts val="0"/>
              </a:spcBef>
              <a:spcAft>
                <a:spcPts val="0"/>
              </a:spcAft>
              <a:buSzPts val="1300"/>
              <a:buAutoNum type="arabicPeriod"/>
            </a:pPr>
            <a:r>
              <a:rPr lang="en" sz="1300"/>
              <a:t>Dashboard</a:t>
            </a:r>
            <a:endParaRPr sz="1300"/>
          </a:p>
          <a:p>
            <a:pPr indent="-311150" lvl="0" marL="457200" rtl="0" algn="l">
              <a:spcBef>
                <a:spcPts val="0"/>
              </a:spcBef>
              <a:spcAft>
                <a:spcPts val="0"/>
              </a:spcAft>
              <a:buSzPts val="1300"/>
              <a:buAutoNum type="arabicPeriod"/>
            </a:pPr>
            <a:r>
              <a:rPr lang="en" sz="1300"/>
              <a:t>Document</a:t>
            </a:r>
            <a:r>
              <a:rPr lang="en" sz="1300"/>
              <a:t> </a:t>
            </a:r>
            <a:endParaRPr sz="1300"/>
          </a:p>
          <a:p>
            <a:pPr indent="-311150" lvl="0" marL="457200" rtl="0" algn="l">
              <a:spcBef>
                <a:spcPts val="0"/>
              </a:spcBef>
              <a:spcAft>
                <a:spcPts val="0"/>
              </a:spcAft>
              <a:buSzPts val="1300"/>
              <a:buAutoNum type="arabicPeriod"/>
            </a:pPr>
            <a:r>
              <a:rPr lang="en" sz="1300"/>
              <a:t>Profile</a:t>
            </a:r>
            <a:endParaRPr sz="1300"/>
          </a:p>
          <a:p>
            <a:pPr indent="0" lvl="0" marL="0" rtl="0" algn="l">
              <a:spcBef>
                <a:spcPts val="1000"/>
              </a:spcBef>
              <a:spcAft>
                <a:spcPts val="0"/>
              </a:spcAft>
              <a:buNone/>
            </a:pPr>
            <a:r>
              <a:rPr lang="en" sz="1300"/>
              <a:t>The Sign-In page will direct to the dashboard after signing in.</a:t>
            </a:r>
            <a:endParaRPr sz="1300"/>
          </a:p>
          <a:p>
            <a:pPr indent="0" lvl="0" marL="0" rtl="0" algn="l">
              <a:spcBef>
                <a:spcPts val="1000"/>
              </a:spcBef>
              <a:spcAft>
                <a:spcPts val="1000"/>
              </a:spcAft>
              <a:buNone/>
            </a:pPr>
            <a:r>
              <a:rPr lang="en" sz="1300"/>
              <a:t>The Dashboard page will contain links to both the documents and profile pages.</a:t>
            </a:r>
            <a:endParaRPr sz="13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8" name="Shape 948"/>
        <p:cNvGrpSpPr/>
        <p:nvPr/>
      </p:nvGrpSpPr>
      <p:grpSpPr>
        <a:xfrm>
          <a:off x="0" y="0"/>
          <a:ext cx="0" cy="0"/>
          <a:chOff x="0" y="0"/>
          <a:chExt cx="0" cy="0"/>
        </a:xfrm>
      </p:grpSpPr>
      <p:sp>
        <p:nvSpPr>
          <p:cNvPr id="949" name="Google Shape;949;p56"/>
          <p:cNvSpPr txBox="1"/>
          <p:nvPr>
            <p:ph type="title"/>
          </p:nvPr>
        </p:nvSpPr>
        <p:spPr>
          <a:xfrm>
            <a:off x="107150" y="927200"/>
            <a:ext cx="6507000" cy="70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Sign-in Page</a:t>
            </a:r>
            <a:endParaRPr/>
          </a:p>
        </p:txBody>
      </p:sp>
      <p:sp>
        <p:nvSpPr>
          <p:cNvPr id="950" name="Google Shape;950;p56"/>
          <p:cNvSpPr txBox="1"/>
          <p:nvPr>
            <p:ph idx="1" type="subTitle"/>
          </p:nvPr>
        </p:nvSpPr>
        <p:spPr>
          <a:xfrm>
            <a:off x="107150" y="1741675"/>
            <a:ext cx="3759600" cy="307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300"/>
              <a:t>First page seen by the user</a:t>
            </a:r>
            <a:endParaRPr sz="1300"/>
          </a:p>
          <a:p>
            <a:pPr indent="0" lvl="0" marL="0" rtl="0" algn="l">
              <a:spcBef>
                <a:spcPts val="1000"/>
              </a:spcBef>
              <a:spcAft>
                <a:spcPts val="0"/>
              </a:spcAft>
              <a:buNone/>
            </a:pPr>
            <a:r>
              <a:rPr lang="en" sz="1300"/>
              <a:t>Google Sign-In button prompt</a:t>
            </a:r>
            <a:endParaRPr sz="1300"/>
          </a:p>
          <a:p>
            <a:pPr indent="0" lvl="0" marL="0" rtl="0" algn="l">
              <a:spcBef>
                <a:spcPts val="1000"/>
              </a:spcBef>
              <a:spcAft>
                <a:spcPts val="0"/>
              </a:spcAft>
              <a:buNone/>
            </a:pPr>
            <a:r>
              <a:rPr lang="en" sz="1300"/>
              <a:t>Sign-ins used for storing user collections, uploaded documents, and annotation data</a:t>
            </a:r>
            <a:endParaRPr sz="1300"/>
          </a:p>
          <a:p>
            <a:pPr indent="0" lvl="0" marL="0" rtl="0" algn="l">
              <a:spcBef>
                <a:spcPts val="1000"/>
              </a:spcBef>
              <a:spcAft>
                <a:spcPts val="1000"/>
              </a:spcAft>
              <a:buNone/>
            </a:pPr>
            <a:r>
              <a:rPr lang="en" sz="1300"/>
              <a:t>Other pages can’t be accessed unless signed in, redirected to sign-in page if not</a:t>
            </a:r>
            <a:endParaRPr sz="13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4" name="Shape 954"/>
        <p:cNvGrpSpPr/>
        <p:nvPr/>
      </p:nvGrpSpPr>
      <p:grpSpPr>
        <a:xfrm>
          <a:off x="0" y="0"/>
          <a:ext cx="0" cy="0"/>
          <a:chOff x="0" y="0"/>
          <a:chExt cx="0" cy="0"/>
        </a:xfrm>
      </p:grpSpPr>
      <p:sp>
        <p:nvSpPr>
          <p:cNvPr id="955" name="Google Shape;955;p57"/>
          <p:cNvSpPr txBox="1"/>
          <p:nvPr>
            <p:ph type="title"/>
          </p:nvPr>
        </p:nvSpPr>
        <p:spPr>
          <a:xfrm>
            <a:off x="107150" y="927200"/>
            <a:ext cx="6507000" cy="70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Sign-in Page Requirements</a:t>
            </a:r>
            <a:endParaRPr/>
          </a:p>
        </p:txBody>
      </p:sp>
      <p:sp>
        <p:nvSpPr>
          <p:cNvPr id="956" name="Google Shape;956;p57"/>
          <p:cNvSpPr txBox="1"/>
          <p:nvPr>
            <p:ph idx="1" type="subTitle"/>
          </p:nvPr>
        </p:nvSpPr>
        <p:spPr>
          <a:xfrm>
            <a:off x="107150" y="1741675"/>
            <a:ext cx="3759600" cy="325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300"/>
              <a:t>Sign-in and validation handled through Google Sign-in</a:t>
            </a:r>
            <a:endParaRPr sz="1300"/>
          </a:p>
          <a:p>
            <a:pPr indent="0" lvl="0" marL="0" rtl="0" algn="l">
              <a:spcBef>
                <a:spcPts val="1000"/>
              </a:spcBef>
              <a:spcAft>
                <a:spcPts val="0"/>
              </a:spcAft>
              <a:buNone/>
            </a:pPr>
            <a:r>
              <a:rPr lang="en" sz="1300"/>
              <a:t>No account creation without a Google account</a:t>
            </a:r>
            <a:endParaRPr sz="1300"/>
          </a:p>
          <a:p>
            <a:pPr indent="0" lvl="0" marL="0" rtl="0" algn="l">
              <a:spcBef>
                <a:spcPts val="1000"/>
              </a:spcBef>
              <a:spcAft>
                <a:spcPts val="0"/>
              </a:spcAft>
              <a:buNone/>
            </a:pPr>
            <a:r>
              <a:rPr lang="en" sz="1300"/>
              <a:t>Account data stored </a:t>
            </a:r>
            <a:r>
              <a:rPr lang="en" sz="1300"/>
              <a:t>using Supabase on a Vercel server</a:t>
            </a:r>
            <a:endParaRPr sz="1300"/>
          </a:p>
          <a:p>
            <a:pPr indent="0" lvl="0" marL="0" rtl="0" algn="l">
              <a:spcBef>
                <a:spcPts val="1000"/>
              </a:spcBef>
              <a:spcAft>
                <a:spcPts val="0"/>
              </a:spcAft>
              <a:buNone/>
            </a:pPr>
            <a:r>
              <a:rPr lang="en" sz="1300"/>
              <a:t>Profiles are created for new users in the database</a:t>
            </a:r>
            <a:endParaRPr sz="1300"/>
          </a:p>
          <a:p>
            <a:pPr indent="0" lvl="0" marL="0" rtl="0" algn="l">
              <a:spcBef>
                <a:spcPts val="1000"/>
              </a:spcBef>
              <a:spcAft>
                <a:spcPts val="0"/>
              </a:spcAft>
              <a:buNone/>
            </a:pPr>
            <a:r>
              <a:rPr lang="en" sz="1300"/>
              <a:t>Directs users to the dashboard</a:t>
            </a:r>
            <a:endParaRPr sz="1300"/>
          </a:p>
          <a:p>
            <a:pPr indent="0" lvl="0" marL="0" rtl="0" algn="l">
              <a:spcBef>
                <a:spcPts val="1000"/>
              </a:spcBef>
              <a:spcAft>
                <a:spcPts val="1000"/>
              </a:spcAft>
              <a:buNone/>
            </a:pPr>
            <a:r>
              <a:rPr lang="en" sz="1300"/>
              <a:t>Load content for existing users, initialize content for new users</a:t>
            </a:r>
            <a:endParaRPr sz="13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0" name="Shape 960"/>
        <p:cNvGrpSpPr/>
        <p:nvPr/>
      </p:nvGrpSpPr>
      <p:grpSpPr>
        <a:xfrm>
          <a:off x="0" y="0"/>
          <a:ext cx="0" cy="0"/>
          <a:chOff x="0" y="0"/>
          <a:chExt cx="0" cy="0"/>
        </a:xfrm>
      </p:grpSpPr>
      <p:sp>
        <p:nvSpPr>
          <p:cNvPr id="961" name="Google Shape;961;p58"/>
          <p:cNvSpPr txBox="1"/>
          <p:nvPr>
            <p:ph idx="3" type="title"/>
          </p:nvPr>
        </p:nvSpPr>
        <p:spPr>
          <a:xfrm>
            <a:off x="115025" y="1904100"/>
            <a:ext cx="1834500" cy="520200"/>
          </a:xfrm>
          <a:prstGeom prst="rect">
            <a:avLst/>
          </a:prstGeom>
        </p:spPr>
        <p:txBody>
          <a:bodyPr anchorCtr="0" anchor="t" bIns="91425" lIns="91425" spcFirstLastPara="1" rIns="91425" wrap="square" tIns="0">
            <a:noAutofit/>
          </a:bodyPr>
          <a:lstStyle/>
          <a:p>
            <a:pPr indent="0" lvl="0" marL="0" marR="0" rtl="0" algn="l">
              <a:lnSpc>
                <a:spcPct val="90000"/>
              </a:lnSpc>
              <a:spcBef>
                <a:spcPts val="0"/>
              </a:spcBef>
              <a:spcAft>
                <a:spcPts val="0"/>
              </a:spcAft>
              <a:buNone/>
            </a:pPr>
            <a:r>
              <a:rPr lang="en"/>
              <a:t>Toolbar</a:t>
            </a:r>
            <a:endParaRPr/>
          </a:p>
        </p:txBody>
      </p:sp>
      <p:sp>
        <p:nvSpPr>
          <p:cNvPr id="962" name="Google Shape;962;p58"/>
          <p:cNvSpPr txBox="1"/>
          <p:nvPr>
            <p:ph idx="5" type="title"/>
          </p:nvPr>
        </p:nvSpPr>
        <p:spPr>
          <a:xfrm>
            <a:off x="5169188" y="1904100"/>
            <a:ext cx="1834500" cy="520200"/>
          </a:xfrm>
          <a:prstGeom prst="rect">
            <a:avLst/>
          </a:prstGeom>
        </p:spPr>
        <p:txBody>
          <a:bodyPr anchorCtr="0" anchor="t" bIns="91425" lIns="91425" spcFirstLastPara="1" rIns="91425" wrap="square" tIns="0">
            <a:noAutofit/>
          </a:bodyPr>
          <a:lstStyle/>
          <a:p>
            <a:pPr indent="0" lvl="0" marL="0" rtl="0" algn="l">
              <a:spcBef>
                <a:spcPts val="0"/>
              </a:spcBef>
              <a:spcAft>
                <a:spcPts val="0"/>
              </a:spcAft>
              <a:buNone/>
            </a:pPr>
            <a:r>
              <a:rPr lang="en"/>
              <a:t>Document selection</a:t>
            </a:r>
            <a:endParaRPr/>
          </a:p>
        </p:txBody>
      </p:sp>
      <p:sp>
        <p:nvSpPr>
          <p:cNvPr id="963" name="Google Shape;963;p58"/>
          <p:cNvSpPr txBox="1"/>
          <p:nvPr>
            <p:ph idx="2" type="title"/>
          </p:nvPr>
        </p:nvSpPr>
        <p:spPr>
          <a:xfrm>
            <a:off x="115025" y="502775"/>
            <a:ext cx="6055500" cy="6834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Dashboard Page</a:t>
            </a:r>
            <a:endParaRPr/>
          </a:p>
        </p:txBody>
      </p:sp>
      <p:sp>
        <p:nvSpPr>
          <p:cNvPr id="964" name="Google Shape;964;p58"/>
          <p:cNvSpPr txBox="1"/>
          <p:nvPr>
            <p:ph idx="4" type="title"/>
          </p:nvPr>
        </p:nvSpPr>
        <p:spPr>
          <a:xfrm>
            <a:off x="2634200" y="1904100"/>
            <a:ext cx="1834500" cy="520200"/>
          </a:xfrm>
          <a:prstGeom prst="rect">
            <a:avLst/>
          </a:prstGeom>
        </p:spPr>
        <p:txBody>
          <a:bodyPr anchorCtr="0" anchor="t" bIns="91425" lIns="91425" spcFirstLastPara="1" rIns="91425" wrap="square" tIns="0">
            <a:noAutofit/>
          </a:bodyPr>
          <a:lstStyle/>
          <a:p>
            <a:pPr indent="0" lvl="0" marL="0" rtl="0" algn="l">
              <a:spcBef>
                <a:spcPts val="0"/>
              </a:spcBef>
              <a:spcAft>
                <a:spcPts val="0"/>
              </a:spcAft>
              <a:buNone/>
            </a:pPr>
            <a:r>
              <a:rPr lang="en"/>
              <a:t>Sidebar</a:t>
            </a:r>
            <a:endParaRPr/>
          </a:p>
        </p:txBody>
      </p:sp>
      <p:sp>
        <p:nvSpPr>
          <p:cNvPr id="965" name="Google Shape;965;p58"/>
          <p:cNvSpPr txBox="1"/>
          <p:nvPr>
            <p:ph idx="6" type="body"/>
          </p:nvPr>
        </p:nvSpPr>
        <p:spPr>
          <a:xfrm>
            <a:off x="102050" y="3038500"/>
            <a:ext cx="1834500" cy="930600"/>
          </a:xfrm>
          <a:prstGeom prst="rect">
            <a:avLst/>
          </a:prstGeom>
        </p:spPr>
        <p:txBody>
          <a:bodyPr anchorCtr="0" anchor="t" bIns="91425" lIns="91425" spcFirstLastPara="1" rIns="0" wrap="square" tIns="91425">
            <a:normAutofit/>
          </a:bodyPr>
          <a:lstStyle/>
          <a:p>
            <a:pPr indent="0" lvl="0" marL="0" rtl="0" algn="l">
              <a:lnSpc>
                <a:spcPct val="90000"/>
              </a:lnSpc>
              <a:spcBef>
                <a:spcPts val="0"/>
              </a:spcBef>
              <a:spcAft>
                <a:spcPts val="0"/>
              </a:spcAft>
              <a:buNone/>
            </a:pPr>
            <a:r>
              <a:rPr lang="en"/>
              <a:t>Search: Searchbar in the middle, can search documents by name</a:t>
            </a:r>
            <a:endParaRPr>
              <a:solidFill>
                <a:schemeClr val="accent3"/>
              </a:solidFill>
              <a:latin typeface="Sora Medium"/>
              <a:ea typeface="Sora Medium"/>
              <a:cs typeface="Sora Medium"/>
              <a:sym typeface="Sora Medium"/>
            </a:endParaRPr>
          </a:p>
        </p:txBody>
      </p:sp>
      <p:sp>
        <p:nvSpPr>
          <p:cNvPr id="966" name="Google Shape;966;p58"/>
          <p:cNvSpPr txBox="1"/>
          <p:nvPr>
            <p:ph idx="9" type="body"/>
          </p:nvPr>
        </p:nvSpPr>
        <p:spPr>
          <a:xfrm>
            <a:off x="5166338" y="2148698"/>
            <a:ext cx="1834500" cy="889800"/>
          </a:xfrm>
          <a:prstGeom prst="rect">
            <a:avLst/>
          </a:prstGeom>
        </p:spPr>
        <p:txBody>
          <a:bodyPr anchorCtr="0" anchor="t" bIns="91425" lIns="91425" spcFirstLastPara="1" rIns="0" wrap="square" tIns="91425">
            <a:normAutofit/>
          </a:bodyPr>
          <a:lstStyle/>
          <a:p>
            <a:pPr indent="0" lvl="0" marL="0" rtl="0" algn="l">
              <a:lnSpc>
                <a:spcPct val="90000"/>
              </a:lnSpc>
              <a:spcBef>
                <a:spcPts val="0"/>
              </a:spcBef>
              <a:spcAft>
                <a:spcPts val="0"/>
              </a:spcAft>
              <a:buNone/>
            </a:pPr>
            <a:r>
              <a:rPr lang="en"/>
              <a:t>Display: Documents will be visible in a grid, showing their title, author, and cover photo.</a:t>
            </a:r>
            <a:endParaRPr>
              <a:solidFill>
                <a:schemeClr val="accent6"/>
              </a:solidFill>
              <a:latin typeface="Sora Medium"/>
              <a:ea typeface="Sora Medium"/>
              <a:cs typeface="Sora Medium"/>
              <a:sym typeface="Sora Medium"/>
            </a:endParaRPr>
          </a:p>
        </p:txBody>
      </p:sp>
      <p:sp>
        <p:nvSpPr>
          <p:cNvPr id="967" name="Google Shape;967;p58"/>
          <p:cNvSpPr txBox="1"/>
          <p:nvPr>
            <p:ph idx="13" type="body"/>
          </p:nvPr>
        </p:nvSpPr>
        <p:spPr>
          <a:xfrm>
            <a:off x="5169200" y="3038500"/>
            <a:ext cx="1834500" cy="359100"/>
          </a:xfrm>
          <a:prstGeom prst="rect">
            <a:avLst/>
          </a:prstGeom>
        </p:spPr>
        <p:txBody>
          <a:bodyPr anchorCtr="0" anchor="t" bIns="91425" lIns="91425" spcFirstLastPara="1" rIns="0" wrap="square" tIns="91425">
            <a:normAutofit/>
          </a:bodyPr>
          <a:lstStyle/>
          <a:p>
            <a:pPr indent="0" lvl="0" marL="0" rtl="0" algn="l">
              <a:lnSpc>
                <a:spcPct val="90000"/>
              </a:lnSpc>
              <a:spcBef>
                <a:spcPts val="0"/>
              </a:spcBef>
              <a:spcAft>
                <a:spcPts val="0"/>
              </a:spcAft>
              <a:buNone/>
            </a:pPr>
            <a:r>
              <a:rPr lang="en" sz="1200">
                <a:solidFill>
                  <a:schemeClr val="accent6"/>
                </a:solidFill>
                <a:latin typeface="IBM Plex Sans Medium"/>
                <a:ea typeface="IBM Plex Sans Medium"/>
                <a:cs typeface="IBM Plex Sans Medium"/>
                <a:sym typeface="IBM Plex Sans Medium"/>
              </a:rPr>
              <a:t>Add document</a:t>
            </a:r>
            <a:endParaRPr sz="1200">
              <a:solidFill>
                <a:schemeClr val="accent6"/>
              </a:solidFill>
              <a:latin typeface="IBM Plex Sans Medium"/>
              <a:ea typeface="IBM Plex Sans Medium"/>
              <a:cs typeface="IBM Plex Sans Medium"/>
              <a:sym typeface="IBM Plex Sans Medium"/>
            </a:endParaRPr>
          </a:p>
        </p:txBody>
      </p:sp>
      <p:sp>
        <p:nvSpPr>
          <p:cNvPr id="968" name="Google Shape;968;p58"/>
          <p:cNvSpPr txBox="1"/>
          <p:nvPr>
            <p:ph idx="1" type="body"/>
          </p:nvPr>
        </p:nvSpPr>
        <p:spPr>
          <a:xfrm>
            <a:off x="102050" y="2148698"/>
            <a:ext cx="1834500" cy="889800"/>
          </a:xfrm>
          <a:prstGeom prst="rect">
            <a:avLst/>
          </a:prstGeom>
        </p:spPr>
        <p:txBody>
          <a:bodyPr anchorCtr="0" anchor="t" bIns="91425" lIns="91425" spcFirstLastPara="1" rIns="0" wrap="square" tIns="91425">
            <a:normAutofit/>
          </a:bodyPr>
          <a:lstStyle/>
          <a:p>
            <a:pPr indent="0" lvl="0" marL="0" rtl="0" algn="l">
              <a:lnSpc>
                <a:spcPct val="90000"/>
              </a:lnSpc>
              <a:spcBef>
                <a:spcPts val="0"/>
              </a:spcBef>
              <a:spcAft>
                <a:spcPts val="0"/>
              </a:spcAft>
              <a:buNone/>
            </a:pPr>
            <a:r>
              <a:rPr lang="en"/>
              <a:t>Profile: Profile Picture in top left, can “view profile” or “sign out”</a:t>
            </a:r>
            <a:endParaRPr>
              <a:solidFill>
                <a:schemeClr val="accent3"/>
              </a:solidFill>
              <a:latin typeface="Sora Medium"/>
              <a:ea typeface="Sora Medium"/>
              <a:cs typeface="Sora Medium"/>
              <a:sym typeface="Sora Medium"/>
            </a:endParaRPr>
          </a:p>
        </p:txBody>
      </p:sp>
      <p:sp>
        <p:nvSpPr>
          <p:cNvPr id="969" name="Google Shape;969;p58"/>
          <p:cNvSpPr txBox="1"/>
          <p:nvPr>
            <p:ph idx="7" type="body"/>
          </p:nvPr>
        </p:nvSpPr>
        <p:spPr>
          <a:xfrm>
            <a:off x="2634200" y="2148700"/>
            <a:ext cx="1834500" cy="1032300"/>
          </a:xfrm>
          <a:prstGeom prst="rect">
            <a:avLst/>
          </a:prstGeom>
        </p:spPr>
        <p:txBody>
          <a:bodyPr anchorCtr="0" anchor="t" bIns="91425" lIns="91425" spcFirstLastPara="1" rIns="0" wrap="square" tIns="91425">
            <a:normAutofit/>
          </a:bodyPr>
          <a:lstStyle/>
          <a:p>
            <a:pPr indent="0" lvl="0" marL="0" rtl="0" algn="l">
              <a:lnSpc>
                <a:spcPct val="90000"/>
              </a:lnSpc>
              <a:spcBef>
                <a:spcPts val="0"/>
              </a:spcBef>
              <a:spcAft>
                <a:spcPts val="0"/>
              </a:spcAft>
              <a:buNone/>
            </a:pPr>
            <a:r>
              <a:rPr lang="en"/>
              <a:t>Add collection: Create a collection by providing a name, set it as public or private</a:t>
            </a:r>
            <a:endParaRPr>
              <a:solidFill>
                <a:schemeClr val="lt2"/>
              </a:solidFill>
              <a:latin typeface="Sora Medium"/>
              <a:ea typeface="Sora Medium"/>
              <a:cs typeface="Sora Medium"/>
              <a:sym typeface="Sora Medium"/>
            </a:endParaRPr>
          </a:p>
        </p:txBody>
      </p:sp>
      <p:sp>
        <p:nvSpPr>
          <p:cNvPr id="970" name="Google Shape;970;p58"/>
          <p:cNvSpPr txBox="1"/>
          <p:nvPr>
            <p:ph idx="8" type="body"/>
          </p:nvPr>
        </p:nvSpPr>
        <p:spPr>
          <a:xfrm>
            <a:off x="2634200" y="3079300"/>
            <a:ext cx="1834500" cy="994500"/>
          </a:xfrm>
          <a:prstGeom prst="rect">
            <a:avLst/>
          </a:prstGeom>
        </p:spPr>
        <p:txBody>
          <a:bodyPr anchorCtr="0" anchor="t" bIns="91425" lIns="91425" spcFirstLastPara="1" rIns="0" wrap="square" tIns="91425">
            <a:normAutofit/>
          </a:bodyPr>
          <a:lstStyle/>
          <a:p>
            <a:pPr indent="0" lvl="0" marL="0" rtl="0" algn="l">
              <a:lnSpc>
                <a:spcPct val="90000"/>
              </a:lnSpc>
              <a:spcBef>
                <a:spcPts val="0"/>
              </a:spcBef>
              <a:spcAft>
                <a:spcPts val="0"/>
              </a:spcAft>
              <a:buNone/>
            </a:pPr>
            <a:r>
              <a:rPr lang="en"/>
              <a:t>Collections: List of created collections, clicking one will populate the document selection with that collection’s documents</a:t>
            </a:r>
            <a:endParaRPr/>
          </a:p>
        </p:txBody>
      </p:sp>
      <p:cxnSp>
        <p:nvCxnSpPr>
          <p:cNvPr id="971" name="Google Shape;971;p58"/>
          <p:cNvCxnSpPr/>
          <p:nvPr/>
        </p:nvCxnSpPr>
        <p:spPr>
          <a:xfrm rot="5400000">
            <a:off x="3572975" y="3148650"/>
            <a:ext cx="2489100" cy="0"/>
          </a:xfrm>
          <a:prstGeom prst="straightConnector1">
            <a:avLst/>
          </a:prstGeom>
          <a:noFill/>
          <a:ln cap="flat" cmpd="sng" w="19050">
            <a:solidFill>
              <a:schemeClr val="accent5"/>
            </a:solidFill>
            <a:prstDash val="solid"/>
            <a:round/>
            <a:headEnd len="med" w="med" type="none"/>
            <a:tailEnd len="med" w="med" type="none"/>
          </a:ln>
        </p:spPr>
      </p:cxnSp>
      <p:cxnSp>
        <p:nvCxnSpPr>
          <p:cNvPr id="972" name="Google Shape;972;p58"/>
          <p:cNvCxnSpPr/>
          <p:nvPr/>
        </p:nvCxnSpPr>
        <p:spPr>
          <a:xfrm rot="5400000">
            <a:off x="1040825" y="3148650"/>
            <a:ext cx="2489100" cy="0"/>
          </a:xfrm>
          <a:prstGeom prst="straightConnector1">
            <a:avLst/>
          </a:prstGeom>
          <a:noFill/>
          <a:ln cap="flat" cmpd="sng" w="19050">
            <a:solidFill>
              <a:schemeClr val="accent5"/>
            </a:solidFill>
            <a:prstDash val="solid"/>
            <a:round/>
            <a:headEnd len="med" w="med" type="none"/>
            <a:tailEnd len="med" w="med" type="none"/>
          </a:ln>
        </p:spPr>
      </p:cxnSp>
      <p:sp>
        <p:nvSpPr>
          <p:cNvPr id="973" name="Google Shape;973;p58"/>
          <p:cNvSpPr txBox="1"/>
          <p:nvPr>
            <p:ph idx="6" type="body"/>
          </p:nvPr>
        </p:nvSpPr>
        <p:spPr>
          <a:xfrm>
            <a:off x="102050" y="3928298"/>
            <a:ext cx="1834500" cy="889800"/>
          </a:xfrm>
          <a:prstGeom prst="rect">
            <a:avLst/>
          </a:prstGeom>
        </p:spPr>
        <p:txBody>
          <a:bodyPr anchorCtr="0" anchor="t" bIns="91425" lIns="91425" spcFirstLastPara="1" rIns="0" wrap="square" tIns="91425">
            <a:normAutofit/>
          </a:bodyPr>
          <a:lstStyle/>
          <a:p>
            <a:pPr indent="0" lvl="0" marL="0" rtl="0" algn="l">
              <a:lnSpc>
                <a:spcPct val="90000"/>
              </a:lnSpc>
              <a:spcBef>
                <a:spcPts val="0"/>
              </a:spcBef>
              <a:spcAft>
                <a:spcPts val="0"/>
              </a:spcAft>
              <a:buNone/>
            </a:pPr>
            <a:r>
              <a:rPr lang="en"/>
              <a:t>Filter: Sort documents by date accessed, date added, author, or genre</a:t>
            </a:r>
            <a:endParaRPr>
              <a:solidFill>
                <a:schemeClr val="accent3"/>
              </a:solidFill>
              <a:latin typeface="Sora Medium"/>
              <a:ea typeface="Sora Medium"/>
              <a:cs typeface="Sora Medium"/>
              <a:sym typeface="Sora Medium"/>
            </a:endParaRPr>
          </a:p>
        </p:txBody>
      </p:sp>
      <p:sp>
        <p:nvSpPr>
          <p:cNvPr id="974" name="Google Shape;974;p58"/>
          <p:cNvSpPr txBox="1"/>
          <p:nvPr>
            <p:ph idx="8" type="body"/>
          </p:nvPr>
        </p:nvSpPr>
        <p:spPr>
          <a:xfrm>
            <a:off x="2634200" y="4009898"/>
            <a:ext cx="1834500" cy="889800"/>
          </a:xfrm>
          <a:prstGeom prst="rect">
            <a:avLst/>
          </a:prstGeom>
        </p:spPr>
        <p:txBody>
          <a:bodyPr anchorCtr="0" anchor="t" bIns="91425" lIns="91425" spcFirstLastPara="1" rIns="0" wrap="square" tIns="91425">
            <a:normAutofit/>
          </a:bodyPr>
          <a:lstStyle/>
          <a:p>
            <a:pPr indent="0" lvl="0" marL="0" rtl="0" algn="l">
              <a:lnSpc>
                <a:spcPct val="90000"/>
              </a:lnSpc>
              <a:spcBef>
                <a:spcPts val="0"/>
              </a:spcBef>
              <a:spcAft>
                <a:spcPts val="0"/>
              </a:spcAft>
              <a:buNone/>
            </a:pPr>
            <a:r>
              <a:rPr lang="en"/>
              <a:t>Upload button: Will trigger the document selection’s upload pop-up</a:t>
            </a:r>
            <a:endParaRPr/>
          </a:p>
        </p:txBody>
      </p:sp>
      <p:sp>
        <p:nvSpPr>
          <p:cNvPr id="975" name="Google Shape;975;p58"/>
          <p:cNvSpPr txBox="1"/>
          <p:nvPr>
            <p:ph idx="9" type="body"/>
          </p:nvPr>
        </p:nvSpPr>
        <p:spPr>
          <a:xfrm>
            <a:off x="5166350" y="3397600"/>
            <a:ext cx="1834500" cy="1164000"/>
          </a:xfrm>
          <a:prstGeom prst="rect">
            <a:avLst/>
          </a:prstGeom>
        </p:spPr>
        <p:txBody>
          <a:bodyPr anchorCtr="0" anchor="t" bIns="91425" lIns="91425" spcFirstLastPara="1" rIns="0" wrap="square" tIns="91425">
            <a:normAutofit/>
          </a:bodyPr>
          <a:lstStyle/>
          <a:p>
            <a:pPr indent="0" lvl="0" marL="0" rtl="0" algn="l">
              <a:lnSpc>
                <a:spcPct val="90000"/>
              </a:lnSpc>
              <a:spcBef>
                <a:spcPts val="0"/>
              </a:spcBef>
              <a:spcAft>
                <a:spcPts val="0"/>
              </a:spcAft>
              <a:buNone/>
            </a:pPr>
            <a:r>
              <a:rPr lang="en"/>
              <a:t>Uploading: First button in the grid, shows upload pop-up. The user can either select or drag-and-drop, one file of a supported type</a:t>
            </a:r>
            <a:endParaRPr>
              <a:solidFill>
                <a:schemeClr val="accent6"/>
              </a:solidFill>
              <a:latin typeface="Sora Medium"/>
              <a:ea typeface="Sora Medium"/>
              <a:cs typeface="Sora Medium"/>
              <a:sym typeface="Sora Medium"/>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79" name="Shape 979"/>
        <p:cNvGrpSpPr/>
        <p:nvPr/>
      </p:nvGrpSpPr>
      <p:grpSpPr>
        <a:xfrm>
          <a:off x="0" y="0"/>
          <a:ext cx="0" cy="0"/>
          <a:chOff x="0" y="0"/>
          <a:chExt cx="0" cy="0"/>
        </a:xfrm>
      </p:grpSpPr>
      <p:sp>
        <p:nvSpPr>
          <p:cNvPr id="980" name="Google Shape;980;p59"/>
          <p:cNvSpPr txBox="1"/>
          <p:nvPr>
            <p:ph idx="3" type="title"/>
          </p:nvPr>
        </p:nvSpPr>
        <p:spPr>
          <a:xfrm>
            <a:off x="115025" y="1904100"/>
            <a:ext cx="1834500" cy="520200"/>
          </a:xfrm>
          <a:prstGeom prst="rect">
            <a:avLst/>
          </a:prstGeom>
        </p:spPr>
        <p:txBody>
          <a:bodyPr anchorCtr="0" anchor="t" bIns="91425" lIns="91425" spcFirstLastPara="1" rIns="91425" wrap="square" tIns="0">
            <a:noAutofit/>
          </a:bodyPr>
          <a:lstStyle/>
          <a:p>
            <a:pPr indent="0" lvl="0" marL="0" marR="0" rtl="0" algn="l">
              <a:lnSpc>
                <a:spcPct val="90000"/>
              </a:lnSpc>
              <a:spcBef>
                <a:spcPts val="0"/>
              </a:spcBef>
              <a:spcAft>
                <a:spcPts val="0"/>
              </a:spcAft>
              <a:buNone/>
            </a:pPr>
            <a:r>
              <a:rPr lang="en"/>
              <a:t>Toolbar</a:t>
            </a:r>
            <a:endParaRPr/>
          </a:p>
        </p:txBody>
      </p:sp>
      <p:sp>
        <p:nvSpPr>
          <p:cNvPr id="981" name="Google Shape;981;p59"/>
          <p:cNvSpPr txBox="1"/>
          <p:nvPr>
            <p:ph idx="5" type="title"/>
          </p:nvPr>
        </p:nvSpPr>
        <p:spPr>
          <a:xfrm>
            <a:off x="5169188" y="1904100"/>
            <a:ext cx="1834500" cy="520200"/>
          </a:xfrm>
          <a:prstGeom prst="rect">
            <a:avLst/>
          </a:prstGeom>
        </p:spPr>
        <p:txBody>
          <a:bodyPr anchorCtr="0" anchor="t" bIns="91425" lIns="91425" spcFirstLastPara="1" rIns="91425" wrap="square" tIns="0">
            <a:noAutofit/>
          </a:bodyPr>
          <a:lstStyle/>
          <a:p>
            <a:pPr indent="0" lvl="0" marL="0" rtl="0" algn="l">
              <a:spcBef>
                <a:spcPts val="0"/>
              </a:spcBef>
              <a:spcAft>
                <a:spcPts val="0"/>
              </a:spcAft>
              <a:buNone/>
            </a:pPr>
            <a:r>
              <a:rPr lang="en"/>
              <a:t>Document selection</a:t>
            </a:r>
            <a:endParaRPr/>
          </a:p>
        </p:txBody>
      </p:sp>
      <p:sp>
        <p:nvSpPr>
          <p:cNvPr id="982" name="Google Shape;982;p59"/>
          <p:cNvSpPr txBox="1"/>
          <p:nvPr>
            <p:ph idx="2" type="title"/>
          </p:nvPr>
        </p:nvSpPr>
        <p:spPr>
          <a:xfrm>
            <a:off x="115025" y="502775"/>
            <a:ext cx="6055500" cy="11820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Dashboard Page (ORIGINAL, HIDDEN)</a:t>
            </a:r>
            <a:endParaRPr/>
          </a:p>
        </p:txBody>
      </p:sp>
      <p:sp>
        <p:nvSpPr>
          <p:cNvPr id="983" name="Google Shape;983;p59"/>
          <p:cNvSpPr txBox="1"/>
          <p:nvPr>
            <p:ph idx="4" type="title"/>
          </p:nvPr>
        </p:nvSpPr>
        <p:spPr>
          <a:xfrm>
            <a:off x="2634200" y="1904100"/>
            <a:ext cx="1834500" cy="520200"/>
          </a:xfrm>
          <a:prstGeom prst="rect">
            <a:avLst/>
          </a:prstGeom>
        </p:spPr>
        <p:txBody>
          <a:bodyPr anchorCtr="0" anchor="t" bIns="91425" lIns="91425" spcFirstLastPara="1" rIns="91425" wrap="square" tIns="0">
            <a:noAutofit/>
          </a:bodyPr>
          <a:lstStyle/>
          <a:p>
            <a:pPr indent="0" lvl="0" marL="0" rtl="0" algn="l">
              <a:spcBef>
                <a:spcPts val="0"/>
              </a:spcBef>
              <a:spcAft>
                <a:spcPts val="0"/>
              </a:spcAft>
              <a:buNone/>
            </a:pPr>
            <a:r>
              <a:rPr lang="en"/>
              <a:t>Sidebar</a:t>
            </a:r>
            <a:endParaRPr/>
          </a:p>
        </p:txBody>
      </p:sp>
      <p:sp>
        <p:nvSpPr>
          <p:cNvPr id="984" name="Google Shape;984;p59"/>
          <p:cNvSpPr txBox="1"/>
          <p:nvPr>
            <p:ph idx="6" type="body"/>
          </p:nvPr>
        </p:nvSpPr>
        <p:spPr>
          <a:xfrm>
            <a:off x="102050" y="3038500"/>
            <a:ext cx="1834500" cy="930600"/>
          </a:xfrm>
          <a:prstGeom prst="rect">
            <a:avLst/>
          </a:prstGeom>
        </p:spPr>
        <p:txBody>
          <a:bodyPr anchorCtr="0" anchor="t" bIns="91425" lIns="91425" spcFirstLastPara="1" rIns="0" wrap="square" tIns="91425">
            <a:normAutofit lnSpcReduction="10000"/>
          </a:bodyPr>
          <a:lstStyle/>
          <a:p>
            <a:pPr indent="0" lvl="0" marL="0" rtl="0" algn="l">
              <a:lnSpc>
                <a:spcPct val="90000"/>
              </a:lnSpc>
              <a:spcBef>
                <a:spcPts val="0"/>
              </a:spcBef>
              <a:spcAft>
                <a:spcPts val="0"/>
              </a:spcAft>
              <a:buNone/>
            </a:pPr>
            <a:r>
              <a:rPr lang="en"/>
              <a:t>Search: By typing into the search bar at the top, then pressing enter or clicking the search button, only documents with matching names will be shown</a:t>
            </a:r>
            <a:endParaRPr>
              <a:solidFill>
                <a:schemeClr val="accent3"/>
              </a:solidFill>
              <a:latin typeface="Sora Medium"/>
              <a:ea typeface="Sora Medium"/>
              <a:cs typeface="Sora Medium"/>
              <a:sym typeface="Sora Medium"/>
            </a:endParaRPr>
          </a:p>
        </p:txBody>
      </p:sp>
      <p:sp>
        <p:nvSpPr>
          <p:cNvPr id="985" name="Google Shape;985;p59"/>
          <p:cNvSpPr txBox="1"/>
          <p:nvPr>
            <p:ph idx="9" type="body"/>
          </p:nvPr>
        </p:nvSpPr>
        <p:spPr>
          <a:xfrm>
            <a:off x="5166338" y="2148698"/>
            <a:ext cx="1834500" cy="889800"/>
          </a:xfrm>
          <a:prstGeom prst="rect">
            <a:avLst/>
          </a:prstGeom>
        </p:spPr>
        <p:txBody>
          <a:bodyPr anchorCtr="0" anchor="t" bIns="91425" lIns="91425" spcFirstLastPara="1" rIns="0" wrap="square" tIns="91425">
            <a:normAutofit/>
          </a:bodyPr>
          <a:lstStyle/>
          <a:p>
            <a:pPr indent="0" lvl="0" marL="0" rtl="0" algn="l">
              <a:lnSpc>
                <a:spcPct val="90000"/>
              </a:lnSpc>
              <a:spcBef>
                <a:spcPts val="0"/>
              </a:spcBef>
              <a:spcAft>
                <a:spcPts val="0"/>
              </a:spcAft>
              <a:buNone/>
            </a:pPr>
            <a:r>
              <a:rPr lang="en"/>
              <a:t>Display: All documents will be visible in a grid format, showing their title, author, and cover photo.</a:t>
            </a:r>
            <a:endParaRPr>
              <a:solidFill>
                <a:schemeClr val="accent6"/>
              </a:solidFill>
              <a:latin typeface="Sora Medium"/>
              <a:ea typeface="Sora Medium"/>
              <a:cs typeface="Sora Medium"/>
              <a:sym typeface="Sora Medium"/>
            </a:endParaRPr>
          </a:p>
        </p:txBody>
      </p:sp>
      <p:sp>
        <p:nvSpPr>
          <p:cNvPr id="986" name="Google Shape;986;p59"/>
          <p:cNvSpPr txBox="1"/>
          <p:nvPr>
            <p:ph idx="13" type="body"/>
          </p:nvPr>
        </p:nvSpPr>
        <p:spPr>
          <a:xfrm>
            <a:off x="5169200" y="3038500"/>
            <a:ext cx="1834500" cy="359100"/>
          </a:xfrm>
          <a:prstGeom prst="rect">
            <a:avLst/>
          </a:prstGeom>
        </p:spPr>
        <p:txBody>
          <a:bodyPr anchorCtr="0" anchor="t" bIns="91425" lIns="91425" spcFirstLastPara="1" rIns="0" wrap="square" tIns="91425">
            <a:normAutofit/>
          </a:bodyPr>
          <a:lstStyle/>
          <a:p>
            <a:pPr indent="0" lvl="0" marL="0" rtl="0" algn="l">
              <a:lnSpc>
                <a:spcPct val="90000"/>
              </a:lnSpc>
              <a:spcBef>
                <a:spcPts val="0"/>
              </a:spcBef>
              <a:spcAft>
                <a:spcPts val="0"/>
              </a:spcAft>
              <a:buNone/>
            </a:pPr>
            <a:r>
              <a:rPr lang="en" sz="1200">
                <a:solidFill>
                  <a:schemeClr val="accent6"/>
                </a:solidFill>
                <a:latin typeface="IBM Plex Sans Medium"/>
                <a:ea typeface="IBM Plex Sans Medium"/>
                <a:cs typeface="IBM Plex Sans Medium"/>
                <a:sym typeface="IBM Plex Sans Medium"/>
              </a:rPr>
              <a:t>Add document</a:t>
            </a:r>
            <a:endParaRPr sz="1200">
              <a:solidFill>
                <a:schemeClr val="accent6"/>
              </a:solidFill>
              <a:latin typeface="IBM Plex Sans Medium"/>
              <a:ea typeface="IBM Plex Sans Medium"/>
              <a:cs typeface="IBM Plex Sans Medium"/>
              <a:sym typeface="IBM Plex Sans Medium"/>
            </a:endParaRPr>
          </a:p>
        </p:txBody>
      </p:sp>
      <p:sp>
        <p:nvSpPr>
          <p:cNvPr id="987" name="Google Shape;987;p59"/>
          <p:cNvSpPr txBox="1"/>
          <p:nvPr>
            <p:ph idx="1" type="body"/>
          </p:nvPr>
        </p:nvSpPr>
        <p:spPr>
          <a:xfrm>
            <a:off x="102050" y="2148698"/>
            <a:ext cx="1834500" cy="889800"/>
          </a:xfrm>
          <a:prstGeom prst="rect">
            <a:avLst/>
          </a:prstGeom>
        </p:spPr>
        <p:txBody>
          <a:bodyPr anchorCtr="0" anchor="t" bIns="91425" lIns="91425" spcFirstLastPara="1" rIns="0" wrap="square" tIns="91425">
            <a:normAutofit/>
          </a:bodyPr>
          <a:lstStyle/>
          <a:p>
            <a:pPr indent="0" lvl="0" marL="0" rtl="0" algn="l">
              <a:lnSpc>
                <a:spcPct val="90000"/>
              </a:lnSpc>
              <a:spcBef>
                <a:spcPts val="0"/>
              </a:spcBef>
              <a:spcAft>
                <a:spcPts val="0"/>
              </a:spcAft>
              <a:buNone/>
            </a:pPr>
            <a:r>
              <a:rPr lang="en"/>
              <a:t>Profile: The user can click their profile picture in the top left to either view their profile, or sign out of their account</a:t>
            </a:r>
            <a:endParaRPr>
              <a:solidFill>
                <a:schemeClr val="accent3"/>
              </a:solidFill>
              <a:latin typeface="Sora Medium"/>
              <a:ea typeface="Sora Medium"/>
              <a:cs typeface="Sora Medium"/>
              <a:sym typeface="Sora Medium"/>
            </a:endParaRPr>
          </a:p>
        </p:txBody>
      </p:sp>
      <p:sp>
        <p:nvSpPr>
          <p:cNvPr id="988" name="Google Shape;988;p59"/>
          <p:cNvSpPr txBox="1"/>
          <p:nvPr>
            <p:ph idx="7" type="body"/>
          </p:nvPr>
        </p:nvSpPr>
        <p:spPr>
          <a:xfrm>
            <a:off x="2634200" y="2148700"/>
            <a:ext cx="1834500" cy="1032300"/>
          </a:xfrm>
          <a:prstGeom prst="rect">
            <a:avLst/>
          </a:prstGeom>
        </p:spPr>
        <p:txBody>
          <a:bodyPr anchorCtr="0" anchor="t" bIns="91425" lIns="91425" spcFirstLastPara="1" rIns="0" wrap="square" tIns="91425">
            <a:normAutofit/>
          </a:bodyPr>
          <a:lstStyle/>
          <a:p>
            <a:pPr indent="0" lvl="0" marL="0" rtl="0" algn="l">
              <a:lnSpc>
                <a:spcPct val="90000"/>
              </a:lnSpc>
              <a:spcBef>
                <a:spcPts val="0"/>
              </a:spcBef>
              <a:spcAft>
                <a:spcPts val="0"/>
              </a:spcAft>
              <a:buNone/>
            </a:pPr>
            <a:r>
              <a:rPr lang="en"/>
              <a:t>Add collection: Clicking the “Add collection” button will prompt the user for a collection name, and whether the collection is public or private</a:t>
            </a:r>
            <a:endParaRPr>
              <a:solidFill>
                <a:schemeClr val="lt2"/>
              </a:solidFill>
              <a:latin typeface="Sora Medium"/>
              <a:ea typeface="Sora Medium"/>
              <a:cs typeface="Sora Medium"/>
              <a:sym typeface="Sora Medium"/>
            </a:endParaRPr>
          </a:p>
        </p:txBody>
      </p:sp>
      <p:sp>
        <p:nvSpPr>
          <p:cNvPr id="989" name="Google Shape;989;p59"/>
          <p:cNvSpPr txBox="1"/>
          <p:nvPr>
            <p:ph idx="8" type="body"/>
          </p:nvPr>
        </p:nvSpPr>
        <p:spPr>
          <a:xfrm>
            <a:off x="2634200" y="3079300"/>
            <a:ext cx="1834500" cy="994500"/>
          </a:xfrm>
          <a:prstGeom prst="rect">
            <a:avLst/>
          </a:prstGeom>
        </p:spPr>
        <p:txBody>
          <a:bodyPr anchorCtr="0" anchor="t" bIns="91425" lIns="91425" spcFirstLastPara="1" rIns="0" wrap="square" tIns="91425">
            <a:normAutofit lnSpcReduction="10000"/>
          </a:bodyPr>
          <a:lstStyle/>
          <a:p>
            <a:pPr indent="0" lvl="0" marL="0" rtl="0" algn="l">
              <a:lnSpc>
                <a:spcPct val="90000"/>
              </a:lnSpc>
              <a:spcBef>
                <a:spcPts val="0"/>
              </a:spcBef>
              <a:spcAft>
                <a:spcPts val="0"/>
              </a:spcAft>
              <a:buNone/>
            </a:pPr>
            <a:r>
              <a:rPr lang="en"/>
              <a:t>Collections: Clicking a collection name in the collection list will populate the document selection body with the collection’s documents</a:t>
            </a:r>
            <a:endParaRPr/>
          </a:p>
        </p:txBody>
      </p:sp>
      <p:cxnSp>
        <p:nvCxnSpPr>
          <p:cNvPr id="990" name="Google Shape;990;p59"/>
          <p:cNvCxnSpPr/>
          <p:nvPr/>
        </p:nvCxnSpPr>
        <p:spPr>
          <a:xfrm rot="5400000">
            <a:off x="3572975" y="3148650"/>
            <a:ext cx="2489100" cy="0"/>
          </a:xfrm>
          <a:prstGeom prst="straightConnector1">
            <a:avLst/>
          </a:prstGeom>
          <a:noFill/>
          <a:ln cap="flat" cmpd="sng" w="19050">
            <a:solidFill>
              <a:schemeClr val="accent5"/>
            </a:solidFill>
            <a:prstDash val="solid"/>
            <a:round/>
            <a:headEnd len="med" w="med" type="none"/>
            <a:tailEnd len="med" w="med" type="none"/>
          </a:ln>
        </p:spPr>
      </p:cxnSp>
      <p:cxnSp>
        <p:nvCxnSpPr>
          <p:cNvPr id="991" name="Google Shape;991;p59"/>
          <p:cNvCxnSpPr/>
          <p:nvPr/>
        </p:nvCxnSpPr>
        <p:spPr>
          <a:xfrm rot="5400000">
            <a:off x="1040825" y="3148650"/>
            <a:ext cx="2489100" cy="0"/>
          </a:xfrm>
          <a:prstGeom prst="straightConnector1">
            <a:avLst/>
          </a:prstGeom>
          <a:noFill/>
          <a:ln cap="flat" cmpd="sng" w="19050">
            <a:solidFill>
              <a:schemeClr val="accent5"/>
            </a:solidFill>
            <a:prstDash val="solid"/>
            <a:round/>
            <a:headEnd len="med" w="med" type="none"/>
            <a:tailEnd len="med" w="med" type="none"/>
          </a:ln>
        </p:spPr>
      </p:cxnSp>
      <p:sp>
        <p:nvSpPr>
          <p:cNvPr id="992" name="Google Shape;992;p59"/>
          <p:cNvSpPr txBox="1"/>
          <p:nvPr>
            <p:ph idx="6" type="body"/>
          </p:nvPr>
        </p:nvSpPr>
        <p:spPr>
          <a:xfrm>
            <a:off x="102050" y="3928298"/>
            <a:ext cx="1834500" cy="889800"/>
          </a:xfrm>
          <a:prstGeom prst="rect">
            <a:avLst/>
          </a:prstGeom>
        </p:spPr>
        <p:txBody>
          <a:bodyPr anchorCtr="0" anchor="t" bIns="91425" lIns="91425" spcFirstLastPara="1" rIns="0" wrap="square" tIns="91425">
            <a:normAutofit/>
          </a:bodyPr>
          <a:lstStyle/>
          <a:p>
            <a:pPr indent="0" lvl="0" marL="0" rtl="0" algn="l">
              <a:lnSpc>
                <a:spcPct val="90000"/>
              </a:lnSpc>
              <a:spcBef>
                <a:spcPts val="0"/>
              </a:spcBef>
              <a:spcAft>
                <a:spcPts val="0"/>
              </a:spcAft>
              <a:buNone/>
            </a:pPr>
            <a:r>
              <a:rPr lang="en"/>
              <a:t>Filter: The user will be able to filter their uploaded documents by date accessed, date added, author, or genre</a:t>
            </a:r>
            <a:endParaRPr>
              <a:solidFill>
                <a:schemeClr val="accent3"/>
              </a:solidFill>
              <a:latin typeface="Sora Medium"/>
              <a:ea typeface="Sora Medium"/>
              <a:cs typeface="Sora Medium"/>
              <a:sym typeface="Sora Medium"/>
            </a:endParaRPr>
          </a:p>
        </p:txBody>
      </p:sp>
      <p:sp>
        <p:nvSpPr>
          <p:cNvPr id="993" name="Google Shape;993;p59"/>
          <p:cNvSpPr txBox="1"/>
          <p:nvPr>
            <p:ph idx="8" type="body"/>
          </p:nvPr>
        </p:nvSpPr>
        <p:spPr>
          <a:xfrm>
            <a:off x="2634200" y="4009898"/>
            <a:ext cx="1834500" cy="889800"/>
          </a:xfrm>
          <a:prstGeom prst="rect">
            <a:avLst/>
          </a:prstGeom>
        </p:spPr>
        <p:txBody>
          <a:bodyPr anchorCtr="0" anchor="t" bIns="91425" lIns="91425" spcFirstLastPara="1" rIns="0" wrap="square" tIns="91425">
            <a:normAutofit/>
          </a:bodyPr>
          <a:lstStyle/>
          <a:p>
            <a:pPr indent="0" lvl="0" marL="0" rtl="0" algn="l">
              <a:lnSpc>
                <a:spcPct val="90000"/>
              </a:lnSpc>
              <a:spcBef>
                <a:spcPts val="0"/>
              </a:spcBef>
              <a:spcAft>
                <a:spcPts val="0"/>
              </a:spcAft>
              <a:buNone/>
            </a:pPr>
            <a:r>
              <a:rPr lang="en"/>
              <a:t>Upload button: A button to trigger the document upload pop-up will be available from the bottom of the sidebar</a:t>
            </a:r>
            <a:endParaRPr/>
          </a:p>
        </p:txBody>
      </p:sp>
      <p:sp>
        <p:nvSpPr>
          <p:cNvPr id="994" name="Google Shape;994;p59"/>
          <p:cNvSpPr txBox="1"/>
          <p:nvPr>
            <p:ph idx="9" type="body"/>
          </p:nvPr>
        </p:nvSpPr>
        <p:spPr>
          <a:xfrm>
            <a:off x="5166350" y="3397600"/>
            <a:ext cx="1834500" cy="1164000"/>
          </a:xfrm>
          <a:prstGeom prst="rect">
            <a:avLst/>
          </a:prstGeom>
        </p:spPr>
        <p:txBody>
          <a:bodyPr anchorCtr="0" anchor="t" bIns="91425" lIns="91425" spcFirstLastPara="1" rIns="0" wrap="square" tIns="91425">
            <a:normAutofit/>
          </a:bodyPr>
          <a:lstStyle/>
          <a:p>
            <a:pPr indent="0" lvl="0" marL="0" rtl="0" algn="l">
              <a:lnSpc>
                <a:spcPct val="90000"/>
              </a:lnSpc>
              <a:spcBef>
                <a:spcPts val="0"/>
              </a:spcBef>
              <a:spcAft>
                <a:spcPts val="0"/>
              </a:spcAft>
              <a:buNone/>
            </a:pPr>
            <a:r>
              <a:rPr lang="en"/>
              <a:t>Uploading: The first button on the page will show a pop-up window the user to upload a document. The user can either select, or drag-and-drop, one file of a supported type</a:t>
            </a:r>
            <a:endParaRPr>
              <a:solidFill>
                <a:schemeClr val="accent6"/>
              </a:solidFill>
              <a:latin typeface="Sora Medium"/>
              <a:ea typeface="Sora Medium"/>
              <a:cs typeface="Sora Medium"/>
              <a:sym typeface="Sora Medium"/>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8" name="Shape 998"/>
        <p:cNvGrpSpPr/>
        <p:nvPr/>
      </p:nvGrpSpPr>
      <p:grpSpPr>
        <a:xfrm>
          <a:off x="0" y="0"/>
          <a:ext cx="0" cy="0"/>
          <a:chOff x="0" y="0"/>
          <a:chExt cx="0" cy="0"/>
        </a:xfrm>
      </p:grpSpPr>
      <p:sp>
        <p:nvSpPr>
          <p:cNvPr id="999" name="Google Shape;999;p60"/>
          <p:cNvSpPr txBox="1"/>
          <p:nvPr>
            <p:ph type="title"/>
          </p:nvPr>
        </p:nvSpPr>
        <p:spPr>
          <a:xfrm>
            <a:off x="107150" y="927200"/>
            <a:ext cx="6695700" cy="70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Dashboard Page Requirements</a:t>
            </a:r>
            <a:endParaRPr/>
          </a:p>
        </p:txBody>
      </p:sp>
      <p:sp>
        <p:nvSpPr>
          <p:cNvPr id="1000" name="Google Shape;1000;p60"/>
          <p:cNvSpPr txBox="1"/>
          <p:nvPr>
            <p:ph idx="1" type="subTitle"/>
          </p:nvPr>
        </p:nvSpPr>
        <p:spPr>
          <a:xfrm>
            <a:off x="107150" y="1741675"/>
            <a:ext cx="3759600" cy="290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300"/>
              <a:t>Profile picture and Filters show pop-up options</a:t>
            </a:r>
            <a:endParaRPr sz="1300"/>
          </a:p>
          <a:p>
            <a:pPr indent="0" lvl="0" marL="0" rtl="0" algn="l">
              <a:spcBef>
                <a:spcPts val="1000"/>
              </a:spcBef>
              <a:spcAft>
                <a:spcPts val="0"/>
              </a:spcAft>
              <a:buNone/>
            </a:pPr>
            <a:r>
              <a:rPr lang="en" sz="1300"/>
              <a:t>Searchbar limited to 255 chars, will only show documents with names containing searched terms</a:t>
            </a:r>
            <a:endParaRPr sz="1300"/>
          </a:p>
          <a:p>
            <a:pPr indent="0" lvl="0" marL="0" rtl="0" algn="l">
              <a:spcBef>
                <a:spcPts val="1000"/>
              </a:spcBef>
              <a:spcAft>
                <a:spcPts val="0"/>
              </a:spcAft>
              <a:buNone/>
            </a:pPr>
            <a:r>
              <a:rPr lang="en" sz="1300"/>
              <a:t>User must press enter or click search to trigger search</a:t>
            </a:r>
            <a:endParaRPr sz="1300"/>
          </a:p>
          <a:p>
            <a:pPr indent="0" lvl="0" marL="0" rtl="0" algn="l">
              <a:spcBef>
                <a:spcPts val="1000"/>
              </a:spcBef>
              <a:spcAft>
                <a:spcPts val="1000"/>
              </a:spcAft>
              <a:buNone/>
            </a:pPr>
            <a:r>
              <a:rPr lang="en" sz="1300"/>
              <a:t>Upload file select will only support one file at a time for </a:t>
            </a:r>
            <a:r>
              <a:rPr lang="en" sz="1300"/>
              <a:t>supported</a:t>
            </a:r>
            <a:r>
              <a:rPr lang="en" sz="1300"/>
              <a:t> file types.</a:t>
            </a:r>
            <a:endParaRPr sz="13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4" name="Shape 1004"/>
        <p:cNvGrpSpPr/>
        <p:nvPr/>
      </p:nvGrpSpPr>
      <p:grpSpPr>
        <a:xfrm>
          <a:off x="0" y="0"/>
          <a:ext cx="0" cy="0"/>
          <a:chOff x="0" y="0"/>
          <a:chExt cx="0" cy="0"/>
        </a:xfrm>
      </p:grpSpPr>
      <p:sp>
        <p:nvSpPr>
          <p:cNvPr id="1005" name="Google Shape;1005;p61"/>
          <p:cNvSpPr txBox="1"/>
          <p:nvPr>
            <p:ph type="title"/>
          </p:nvPr>
        </p:nvSpPr>
        <p:spPr>
          <a:xfrm>
            <a:off x="228600" y="1709075"/>
            <a:ext cx="2834700" cy="2891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latin typeface="IBM Plex Sans Medium"/>
                <a:ea typeface="IBM Plex Sans Medium"/>
                <a:cs typeface="IBM Plex Sans Medium"/>
                <a:sym typeface="IBM Plex Sans Medium"/>
              </a:rPr>
              <a:t>Start/Pause and speed</a:t>
            </a:r>
            <a:endParaRPr sz="1200">
              <a:latin typeface="IBM Plex Sans Medium"/>
              <a:ea typeface="IBM Plex Sans Medium"/>
              <a:cs typeface="IBM Plex Sans Medium"/>
              <a:sym typeface="IBM Plex Sans Medium"/>
            </a:endParaRPr>
          </a:p>
          <a:p>
            <a:pPr indent="0" lvl="0" marL="0" rtl="0" algn="l">
              <a:lnSpc>
                <a:spcPct val="115000"/>
              </a:lnSpc>
              <a:spcBef>
                <a:spcPts val="600"/>
              </a:spcBef>
              <a:spcAft>
                <a:spcPts val="0"/>
              </a:spcAft>
              <a:buNone/>
            </a:pPr>
            <a:r>
              <a:rPr lang="en">
                <a:latin typeface="Sora Light"/>
                <a:ea typeface="Sora Light"/>
                <a:cs typeface="Sora Light"/>
                <a:sym typeface="Sora Light"/>
              </a:rPr>
              <a:t>A button in the bottom left will be used to start and stop the reader</a:t>
            </a:r>
            <a:endParaRPr>
              <a:latin typeface="Sora Light"/>
              <a:ea typeface="Sora Light"/>
              <a:cs typeface="Sora Light"/>
              <a:sym typeface="Sora Light"/>
            </a:endParaRPr>
          </a:p>
          <a:p>
            <a:pPr indent="0" lvl="0" marL="0" rtl="0" algn="l">
              <a:lnSpc>
                <a:spcPct val="115000"/>
              </a:lnSpc>
              <a:spcBef>
                <a:spcPts val="600"/>
              </a:spcBef>
              <a:spcAft>
                <a:spcPts val="0"/>
              </a:spcAft>
              <a:buNone/>
            </a:pPr>
            <a:r>
              <a:rPr lang="en">
                <a:latin typeface="Sora Light"/>
                <a:ea typeface="Sora Light"/>
                <a:cs typeface="Sora Light"/>
                <a:sym typeface="Sora Light"/>
              </a:rPr>
              <a:t>Next to the start and stop button will be a slider used to control the speed of the reader.</a:t>
            </a:r>
            <a:endParaRPr>
              <a:latin typeface="Sora Light"/>
              <a:ea typeface="Sora Light"/>
              <a:cs typeface="Sora Light"/>
              <a:sym typeface="Sora Light"/>
            </a:endParaRPr>
          </a:p>
          <a:p>
            <a:pPr indent="0" lvl="0" marL="0" rtl="0" algn="l">
              <a:lnSpc>
                <a:spcPct val="115000"/>
              </a:lnSpc>
              <a:spcBef>
                <a:spcPts val="600"/>
              </a:spcBef>
              <a:spcAft>
                <a:spcPts val="600"/>
              </a:spcAft>
              <a:buNone/>
            </a:pPr>
            <a:r>
              <a:t/>
            </a:r>
            <a:endParaRPr>
              <a:latin typeface="Sora Light"/>
              <a:ea typeface="Sora Light"/>
              <a:cs typeface="Sora Light"/>
              <a:sym typeface="Sora Light"/>
            </a:endParaRPr>
          </a:p>
        </p:txBody>
      </p:sp>
      <p:sp>
        <p:nvSpPr>
          <p:cNvPr id="1006" name="Google Shape;1006;p61"/>
          <p:cNvSpPr txBox="1"/>
          <p:nvPr>
            <p:ph idx="3" type="title"/>
          </p:nvPr>
        </p:nvSpPr>
        <p:spPr>
          <a:xfrm>
            <a:off x="3255350" y="1709075"/>
            <a:ext cx="3047400" cy="25941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latin typeface="IBM Plex Sans Medium"/>
                <a:ea typeface="IBM Plex Sans Medium"/>
                <a:cs typeface="IBM Plex Sans Medium"/>
                <a:sym typeface="IBM Plex Sans Medium"/>
              </a:rPr>
              <a:t>Voice, bookmark, and font size</a:t>
            </a:r>
            <a:endParaRPr sz="1200">
              <a:latin typeface="IBM Plex Sans Medium"/>
              <a:ea typeface="IBM Plex Sans Medium"/>
              <a:cs typeface="IBM Plex Sans Medium"/>
              <a:sym typeface="IBM Plex Sans Medium"/>
            </a:endParaRPr>
          </a:p>
          <a:p>
            <a:pPr indent="0" lvl="0" marL="0" rtl="0" algn="l">
              <a:lnSpc>
                <a:spcPct val="115000"/>
              </a:lnSpc>
              <a:spcBef>
                <a:spcPts val="600"/>
              </a:spcBef>
              <a:spcAft>
                <a:spcPts val="0"/>
              </a:spcAft>
              <a:buNone/>
            </a:pPr>
            <a:r>
              <a:rPr lang="en">
                <a:latin typeface="Sora Light"/>
                <a:ea typeface="Sora Light"/>
                <a:cs typeface="Sora Light"/>
                <a:sym typeface="Sora Light"/>
              </a:rPr>
              <a:t>At the bottom of the page will be a font button used to change the size and style of the document’s font.</a:t>
            </a:r>
            <a:endParaRPr>
              <a:latin typeface="Sora Light"/>
              <a:ea typeface="Sora Light"/>
              <a:cs typeface="Sora Light"/>
              <a:sym typeface="Sora Light"/>
            </a:endParaRPr>
          </a:p>
          <a:p>
            <a:pPr indent="0" lvl="0" marL="0" rtl="0" algn="l">
              <a:lnSpc>
                <a:spcPct val="115000"/>
              </a:lnSpc>
              <a:spcBef>
                <a:spcPts val="600"/>
              </a:spcBef>
              <a:spcAft>
                <a:spcPts val="0"/>
              </a:spcAft>
              <a:buNone/>
            </a:pPr>
            <a:r>
              <a:rPr lang="en">
                <a:latin typeface="Sora Light"/>
                <a:ea typeface="Sora Light"/>
                <a:cs typeface="Sora Light"/>
                <a:sym typeface="Sora Light"/>
              </a:rPr>
              <a:t>Next to the font button will be a bookmark button that will bookmark the page the user is currently on</a:t>
            </a:r>
            <a:endParaRPr>
              <a:latin typeface="Sora Light"/>
              <a:ea typeface="Sora Light"/>
              <a:cs typeface="Sora Light"/>
              <a:sym typeface="Sora Light"/>
            </a:endParaRPr>
          </a:p>
          <a:p>
            <a:pPr indent="0" lvl="0" marL="0" rtl="0" algn="l">
              <a:lnSpc>
                <a:spcPct val="115000"/>
              </a:lnSpc>
              <a:spcBef>
                <a:spcPts val="600"/>
              </a:spcBef>
              <a:spcAft>
                <a:spcPts val="0"/>
              </a:spcAft>
              <a:buNone/>
            </a:pPr>
            <a:r>
              <a:t/>
            </a:r>
            <a:endParaRPr>
              <a:latin typeface="Sora Light"/>
              <a:ea typeface="Sora Light"/>
              <a:cs typeface="Sora Light"/>
              <a:sym typeface="Sora Light"/>
            </a:endParaRPr>
          </a:p>
          <a:p>
            <a:pPr indent="0" lvl="0" marL="0" rtl="0" algn="l">
              <a:lnSpc>
                <a:spcPct val="115000"/>
              </a:lnSpc>
              <a:spcBef>
                <a:spcPts val="600"/>
              </a:spcBef>
              <a:spcAft>
                <a:spcPts val="0"/>
              </a:spcAft>
              <a:buNone/>
            </a:pPr>
            <a:r>
              <a:rPr lang="en">
                <a:latin typeface="Sora Light"/>
                <a:ea typeface="Sora Light"/>
                <a:cs typeface="Sora Light"/>
                <a:sym typeface="Sora Light"/>
              </a:rPr>
              <a:t>Next to the bookmark button will be the voice button, which allows the user to change the TTS voice.</a:t>
            </a:r>
            <a:endParaRPr>
              <a:latin typeface="Sora Light"/>
              <a:ea typeface="Sora Light"/>
              <a:cs typeface="Sora Light"/>
              <a:sym typeface="Sora Light"/>
            </a:endParaRPr>
          </a:p>
          <a:p>
            <a:pPr indent="0" lvl="0" marL="0" rtl="0" algn="l">
              <a:lnSpc>
                <a:spcPct val="115000"/>
              </a:lnSpc>
              <a:spcBef>
                <a:spcPts val="600"/>
              </a:spcBef>
              <a:spcAft>
                <a:spcPts val="0"/>
              </a:spcAft>
              <a:buNone/>
            </a:pPr>
            <a:r>
              <a:t/>
            </a:r>
            <a:endParaRPr>
              <a:latin typeface="Sora Light"/>
              <a:ea typeface="Sora Light"/>
              <a:cs typeface="Sora Light"/>
              <a:sym typeface="Sora Light"/>
            </a:endParaRPr>
          </a:p>
          <a:p>
            <a:pPr indent="0" lvl="0" marL="0" rtl="0" algn="l">
              <a:lnSpc>
                <a:spcPct val="115000"/>
              </a:lnSpc>
              <a:spcBef>
                <a:spcPts val="600"/>
              </a:spcBef>
              <a:spcAft>
                <a:spcPts val="0"/>
              </a:spcAft>
              <a:buNone/>
            </a:pPr>
            <a:r>
              <a:t/>
            </a:r>
            <a:endParaRPr>
              <a:latin typeface="Sora Light"/>
              <a:ea typeface="Sora Light"/>
              <a:cs typeface="Sora Light"/>
              <a:sym typeface="Sora Light"/>
            </a:endParaRPr>
          </a:p>
          <a:p>
            <a:pPr indent="0" lvl="0" marL="0" rtl="0" algn="l">
              <a:lnSpc>
                <a:spcPct val="115000"/>
              </a:lnSpc>
              <a:spcBef>
                <a:spcPts val="600"/>
              </a:spcBef>
              <a:spcAft>
                <a:spcPts val="0"/>
              </a:spcAft>
              <a:buNone/>
            </a:pPr>
            <a:r>
              <a:t/>
            </a:r>
            <a:endParaRPr>
              <a:latin typeface="Sora Light"/>
              <a:ea typeface="Sora Light"/>
              <a:cs typeface="Sora Light"/>
              <a:sym typeface="Sora Light"/>
            </a:endParaRPr>
          </a:p>
          <a:p>
            <a:pPr indent="0" lvl="0" marL="0" rtl="0" algn="l">
              <a:lnSpc>
                <a:spcPct val="115000"/>
              </a:lnSpc>
              <a:spcBef>
                <a:spcPts val="600"/>
              </a:spcBef>
              <a:spcAft>
                <a:spcPts val="600"/>
              </a:spcAft>
              <a:buNone/>
            </a:pPr>
            <a:r>
              <a:t/>
            </a:r>
            <a:endParaRPr>
              <a:latin typeface="Sora Light"/>
              <a:ea typeface="Sora Light"/>
              <a:cs typeface="Sora Light"/>
              <a:sym typeface="Sora Light"/>
            </a:endParaRPr>
          </a:p>
        </p:txBody>
      </p:sp>
      <p:sp>
        <p:nvSpPr>
          <p:cNvPr id="1007" name="Google Shape;1007;p61"/>
          <p:cNvSpPr txBox="1"/>
          <p:nvPr>
            <p:ph idx="5" type="title"/>
          </p:nvPr>
        </p:nvSpPr>
        <p:spPr>
          <a:xfrm>
            <a:off x="126375" y="1181875"/>
            <a:ext cx="3544500" cy="527100"/>
          </a:xfrm>
          <a:prstGeom prst="rect">
            <a:avLst/>
          </a:prstGeom>
        </p:spPr>
        <p:txBody>
          <a:bodyPr anchorCtr="0" anchor="t" bIns="91425" lIns="91425" spcFirstLastPara="1" rIns="91425" wrap="square" tIns="0">
            <a:normAutofit fontScale="90000"/>
          </a:bodyPr>
          <a:lstStyle/>
          <a:p>
            <a:pPr indent="0" lvl="0" marL="0" rtl="0" algn="l">
              <a:spcBef>
                <a:spcPts val="0"/>
              </a:spcBef>
              <a:spcAft>
                <a:spcPts val="0"/>
              </a:spcAft>
              <a:buNone/>
            </a:pPr>
            <a:r>
              <a:rPr lang="en" sz="4044"/>
              <a:t>Document Page</a:t>
            </a:r>
            <a:endParaRPr sz="4044"/>
          </a:p>
          <a:p>
            <a:pPr indent="0" lvl="0" marL="0" rtl="0" algn="l">
              <a:spcBef>
                <a:spcPts val="0"/>
              </a:spcBef>
              <a:spcAft>
                <a:spcPts val="0"/>
              </a:spcAft>
              <a:buNone/>
            </a:pPr>
            <a:r>
              <a:t/>
            </a:r>
            <a:endParaRPr/>
          </a:p>
        </p:txBody>
      </p:sp>
      <p:sp>
        <p:nvSpPr>
          <p:cNvPr id="1008" name="Google Shape;1008;p61"/>
          <p:cNvSpPr/>
          <p:nvPr/>
        </p:nvSpPr>
        <p:spPr>
          <a:xfrm flipH="1" rot="10800000">
            <a:off x="3820750" y="1627625"/>
            <a:ext cx="53232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09" name="Google Shape;1009;p61"/>
          <p:cNvSpPr txBox="1"/>
          <p:nvPr>
            <p:ph idx="3" type="title"/>
          </p:nvPr>
        </p:nvSpPr>
        <p:spPr>
          <a:xfrm>
            <a:off x="6494800" y="1708975"/>
            <a:ext cx="2649300" cy="25941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latin typeface="IBM Plex Sans Medium"/>
                <a:ea typeface="IBM Plex Sans Medium"/>
                <a:cs typeface="IBM Plex Sans Medium"/>
                <a:sym typeface="IBM Plex Sans Medium"/>
              </a:rPr>
              <a:t>Annotations</a:t>
            </a:r>
            <a:endParaRPr sz="1200">
              <a:latin typeface="IBM Plex Sans Medium"/>
              <a:ea typeface="IBM Plex Sans Medium"/>
              <a:cs typeface="IBM Plex Sans Medium"/>
              <a:sym typeface="IBM Plex Sans Medium"/>
            </a:endParaRPr>
          </a:p>
          <a:p>
            <a:pPr indent="0" lvl="0" marL="0" rtl="0" algn="l">
              <a:lnSpc>
                <a:spcPct val="115000"/>
              </a:lnSpc>
              <a:spcBef>
                <a:spcPts val="600"/>
              </a:spcBef>
              <a:spcAft>
                <a:spcPts val="0"/>
              </a:spcAft>
              <a:buNone/>
            </a:pPr>
            <a:r>
              <a:rPr lang="en">
                <a:latin typeface="Sora Light"/>
                <a:ea typeface="Sora Light"/>
                <a:cs typeface="Sora Light"/>
                <a:sym typeface="Sora Light"/>
              </a:rPr>
              <a:t>Highlighting the text will open a menu With annotation options</a:t>
            </a:r>
            <a:endParaRPr>
              <a:latin typeface="Sora Light"/>
              <a:ea typeface="Sora Light"/>
              <a:cs typeface="Sora Light"/>
              <a:sym typeface="Sora Light"/>
            </a:endParaRPr>
          </a:p>
          <a:p>
            <a:pPr indent="0" lvl="0" marL="0" rtl="0" algn="l">
              <a:lnSpc>
                <a:spcPct val="115000"/>
              </a:lnSpc>
              <a:spcBef>
                <a:spcPts val="600"/>
              </a:spcBef>
              <a:spcAft>
                <a:spcPts val="0"/>
              </a:spcAft>
              <a:buNone/>
            </a:pPr>
            <a:r>
              <a:rPr lang="en">
                <a:latin typeface="Sora Light"/>
                <a:ea typeface="Sora Light"/>
                <a:cs typeface="Sora Light"/>
                <a:sym typeface="Sora Light"/>
              </a:rPr>
              <a:t>These options will include a highlighter and a read from selected area button</a:t>
            </a:r>
            <a:endParaRPr>
              <a:latin typeface="Sora Light"/>
              <a:ea typeface="Sora Light"/>
              <a:cs typeface="Sora Light"/>
              <a:sym typeface="Sora Light"/>
            </a:endParaRPr>
          </a:p>
          <a:p>
            <a:pPr indent="0" lvl="0" marL="0" rtl="0" algn="l">
              <a:lnSpc>
                <a:spcPct val="115000"/>
              </a:lnSpc>
              <a:spcBef>
                <a:spcPts val="600"/>
              </a:spcBef>
              <a:spcAft>
                <a:spcPts val="0"/>
              </a:spcAft>
              <a:buNone/>
            </a:pPr>
            <a:r>
              <a:t/>
            </a:r>
            <a:endParaRPr>
              <a:latin typeface="Sora Light"/>
              <a:ea typeface="Sora Light"/>
              <a:cs typeface="Sora Light"/>
              <a:sym typeface="Sora Light"/>
            </a:endParaRPr>
          </a:p>
          <a:p>
            <a:pPr indent="0" lvl="0" marL="0" rtl="0" algn="l">
              <a:lnSpc>
                <a:spcPct val="115000"/>
              </a:lnSpc>
              <a:spcBef>
                <a:spcPts val="600"/>
              </a:spcBef>
              <a:spcAft>
                <a:spcPts val="0"/>
              </a:spcAft>
              <a:buNone/>
            </a:pPr>
            <a:r>
              <a:t/>
            </a:r>
            <a:endParaRPr>
              <a:latin typeface="Sora Light"/>
              <a:ea typeface="Sora Light"/>
              <a:cs typeface="Sora Light"/>
              <a:sym typeface="Sora Light"/>
            </a:endParaRPr>
          </a:p>
          <a:p>
            <a:pPr indent="0" lvl="0" marL="0" rtl="0" algn="l">
              <a:lnSpc>
                <a:spcPct val="115000"/>
              </a:lnSpc>
              <a:spcBef>
                <a:spcPts val="600"/>
              </a:spcBef>
              <a:spcAft>
                <a:spcPts val="0"/>
              </a:spcAft>
              <a:buNone/>
            </a:pPr>
            <a:r>
              <a:t/>
            </a:r>
            <a:endParaRPr>
              <a:latin typeface="Sora Light"/>
              <a:ea typeface="Sora Light"/>
              <a:cs typeface="Sora Light"/>
              <a:sym typeface="Sora Light"/>
            </a:endParaRPr>
          </a:p>
          <a:p>
            <a:pPr indent="0" lvl="0" marL="0" rtl="0" algn="l">
              <a:lnSpc>
                <a:spcPct val="115000"/>
              </a:lnSpc>
              <a:spcBef>
                <a:spcPts val="600"/>
              </a:spcBef>
              <a:spcAft>
                <a:spcPts val="0"/>
              </a:spcAft>
              <a:buNone/>
            </a:pPr>
            <a:r>
              <a:t/>
            </a:r>
            <a:endParaRPr>
              <a:latin typeface="Sora Light"/>
              <a:ea typeface="Sora Light"/>
              <a:cs typeface="Sora Light"/>
              <a:sym typeface="Sora Light"/>
            </a:endParaRPr>
          </a:p>
          <a:p>
            <a:pPr indent="0" lvl="0" marL="0" rtl="0" algn="l">
              <a:lnSpc>
                <a:spcPct val="115000"/>
              </a:lnSpc>
              <a:spcBef>
                <a:spcPts val="600"/>
              </a:spcBef>
              <a:spcAft>
                <a:spcPts val="600"/>
              </a:spcAft>
              <a:buNone/>
            </a:pPr>
            <a:r>
              <a:t/>
            </a:r>
            <a:endParaRPr>
              <a:latin typeface="Sora Light"/>
              <a:ea typeface="Sora Light"/>
              <a:cs typeface="Sora Light"/>
              <a:sym typeface="Sora Ligh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13" name="Shape 1013"/>
        <p:cNvGrpSpPr/>
        <p:nvPr/>
      </p:nvGrpSpPr>
      <p:grpSpPr>
        <a:xfrm>
          <a:off x="0" y="0"/>
          <a:ext cx="0" cy="0"/>
          <a:chOff x="0" y="0"/>
          <a:chExt cx="0" cy="0"/>
        </a:xfrm>
      </p:grpSpPr>
      <p:sp>
        <p:nvSpPr>
          <p:cNvPr id="1014" name="Google Shape;1014;p62"/>
          <p:cNvSpPr txBox="1"/>
          <p:nvPr>
            <p:ph type="title"/>
          </p:nvPr>
        </p:nvSpPr>
        <p:spPr>
          <a:xfrm>
            <a:off x="228600" y="1709075"/>
            <a:ext cx="2834700" cy="2891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latin typeface="IBM Plex Sans Medium"/>
                <a:ea typeface="IBM Plex Sans Medium"/>
                <a:cs typeface="IBM Plex Sans Medium"/>
                <a:sym typeface="IBM Plex Sans Medium"/>
              </a:rPr>
              <a:t>Start/Pause and speed</a:t>
            </a:r>
            <a:endParaRPr sz="1200">
              <a:latin typeface="IBM Plex Sans Medium"/>
              <a:ea typeface="IBM Plex Sans Medium"/>
              <a:cs typeface="IBM Plex Sans Medium"/>
              <a:sym typeface="IBM Plex Sans Medium"/>
            </a:endParaRPr>
          </a:p>
          <a:p>
            <a:pPr indent="0" lvl="0" marL="0" rtl="0" algn="l">
              <a:lnSpc>
                <a:spcPct val="115000"/>
              </a:lnSpc>
              <a:spcBef>
                <a:spcPts val="600"/>
              </a:spcBef>
              <a:spcAft>
                <a:spcPts val="0"/>
              </a:spcAft>
              <a:buNone/>
            </a:pPr>
            <a:r>
              <a:rPr lang="en">
                <a:latin typeface="Sora Light"/>
                <a:ea typeface="Sora Light"/>
                <a:cs typeface="Sora Light"/>
                <a:sym typeface="Sora Light"/>
              </a:rPr>
              <a:t>At the </a:t>
            </a:r>
            <a:r>
              <a:rPr lang="en">
                <a:latin typeface="Sora Light"/>
                <a:ea typeface="Sora Light"/>
                <a:cs typeface="Sora Light"/>
                <a:sym typeface="Sora Light"/>
              </a:rPr>
              <a:t>bottom</a:t>
            </a:r>
            <a:r>
              <a:rPr lang="en">
                <a:latin typeface="Sora Light"/>
                <a:ea typeface="Sora Light"/>
                <a:cs typeface="Sora Light"/>
                <a:sym typeface="Sora Light"/>
              </a:rPr>
              <a:t> left of the page there is a button that will start and pause the reader when left clicked.</a:t>
            </a:r>
            <a:endParaRPr>
              <a:latin typeface="Sora Light"/>
              <a:ea typeface="Sora Light"/>
              <a:cs typeface="Sora Light"/>
              <a:sym typeface="Sora Light"/>
            </a:endParaRPr>
          </a:p>
          <a:p>
            <a:pPr indent="0" lvl="0" marL="0" rtl="0" algn="l">
              <a:lnSpc>
                <a:spcPct val="115000"/>
              </a:lnSpc>
              <a:spcBef>
                <a:spcPts val="600"/>
              </a:spcBef>
              <a:spcAft>
                <a:spcPts val="0"/>
              </a:spcAft>
              <a:buNone/>
            </a:pPr>
            <a:r>
              <a:rPr lang="en">
                <a:latin typeface="Sora Light"/>
                <a:ea typeface="Sora Light"/>
                <a:cs typeface="Sora Light"/>
                <a:sym typeface="Sora Light"/>
              </a:rPr>
              <a:t>To the right of the start/pause button there is a horizontal bar that can be used to dictate the reading speed of the TTS.This is done by holding left mouse button on the white filled circle located on the horizontal bar. While holding this circle it can be moved left and right using the mouse. Moving it up increasing the x </a:t>
            </a:r>
            <a:r>
              <a:rPr lang="en">
                <a:latin typeface="Sora Light"/>
                <a:ea typeface="Sora Light"/>
                <a:cs typeface="Sora Light"/>
                <a:sym typeface="Sora Light"/>
              </a:rPr>
              <a:t>value</a:t>
            </a:r>
            <a:r>
              <a:rPr lang="en">
                <a:latin typeface="Sora Light"/>
                <a:ea typeface="Sora Light"/>
                <a:cs typeface="Sora Light"/>
                <a:sym typeface="Sora Light"/>
              </a:rPr>
              <a:t> will increase the speed, while the opposite holds true to slow down the speed.  </a:t>
            </a:r>
            <a:endParaRPr>
              <a:latin typeface="Sora Light"/>
              <a:ea typeface="Sora Light"/>
              <a:cs typeface="Sora Light"/>
              <a:sym typeface="Sora Light"/>
            </a:endParaRPr>
          </a:p>
          <a:p>
            <a:pPr indent="0" lvl="0" marL="0" rtl="0" algn="l">
              <a:lnSpc>
                <a:spcPct val="115000"/>
              </a:lnSpc>
              <a:spcBef>
                <a:spcPts val="600"/>
              </a:spcBef>
              <a:spcAft>
                <a:spcPts val="600"/>
              </a:spcAft>
              <a:buNone/>
            </a:pPr>
            <a:r>
              <a:t/>
            </a:r>
            <a:endParaRPr>
              <a:latin typeface="Sora Light"/>
              <a:ea typeface="Sora Light"/>
              <a:cs typeface="Sora Light"/>
              <a:sym typeface="Sora Light"/>
            </a:endParaRPr>
          </a:p>
        </p:txBody>
      </p:sp>
      <p:sp>
        <p:nvSpPr>
          <p:cNvPr id="1015" name="Google Shape;1015;p62"/>
          <p:cNvSpPr txBox="1"/>
          <p:nvPr>
            <p:ph idx="2" type="title"/>
          </p:nvPr>
        </p:nvSpPr>
        <p:spPr>
          <a:xfrm>
            <a:off x="6708900" y="1709075"/>
            <a:ext cx="2206500" cy="24009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latin typeface="Sora Light"/>
                <a:ea typeface="Sora Light"/>
                <a:cs typeface="Sora Light"/>
                <a:sym typeface="Sora Light"/>
              </a:rPr>
              <a:t>The Voice feature is the button second to the left of the “F” button. It is marked by a squiggly line and </a:t>
            </a:r>
            <a:r>
              <a:rPr lang="en">
                <a:latin typeface="Sora Light"/>
                <a:ea typeface="Sora Light"/>
                <a:cs typeface="Sora Light"/>
                <a:sym typeface="Sora Light"/>
              </a:rPr>
              <a:t>upon</a:t>
            </a:r>
            <a:r>
              <a:rPr lang="en">
                <a:latin typeface="Sora Light"/>
                <a:ea typeface="Sora Light"/>
                <a:cs typeface="Sora Light"/>
                <a:sym typeface="Sora Light"/>
              </a:rPr>
              <a:t> left click it will </a:t>
            </a:r>
            <a:r>
              <a:rPr lang="en">
                <a:latin typeface="Sora Light"/>
                <a:ea typeface="Sora Light"/>
                <a:cs typeface="Sora Light"/>
                <a:sym typeface="Sora Light"/>
              </a:rPr>
              <a:t>open</a:t>
            </a:r>
            <a:r>
              <a:rPr lang="en">
                <a:latin typeface="Sora Light"/>
                <a:ea typeface="Sora Light"/>
                <a:cs typeface="Sora Light"/>
                <a:sym typeface="Sora Light"/>
              </a:rPr>
              <a:t> a menu with one button labeled “voices” this button can be left clicked which will then present the user with a vertical list of voices to choose from. Once a voice is clicked it will be applied to the TTS reader. </a:t>
            </a:r>
            <a:endParaRPr>
              <a:latin typeface="Sora Light"/>
              <a:ea typeface="Sora Light"/>
              <a:cs typeface="Sora Light"/>
              <a:sym typeface="Sora Light"/>
            </a:endParaRPr>
          </a:p>
          <a:p>
            <a:pPr indent="0" lvl="0" marL="0" rtl="0" algn="l">
              <a:lnSpc>
                <a:spcPct val="115000"/>
              </a:lnSpc>
              <a:spcBef>
                <a:spcPts val="600"/>
              </a:spcBef>
              <a:spcAft>
                <a:spcPts val="0"/>
              </a:spcAft>
              <a:buNone/>
            </a:pPr>
            <a:r>
              <a:t/>
            </a:r>
            <a:endParaRPr>
              <a:latin typeface="Sora Light"/>
              <a:ea typeface="Sora Light"/>
              <a:cs typeface="Sora Light"/>
              <a:sym typeface="Sora Light"/>
            </a:endParaRPr>
          </a:p>
          <a:p>
            <a:pPr indent="0" lvl="0" marL="0" rtl="0" algn="l">
              <a:lnSpc>
                <a:spcPct val="115000"/>
              </a:lnSpc>
              <a:spcBef>
                <a:spcPts val="600"/>
              </a:spcBef>
              <a:spcAft>
                <a:spcPts val="600"/>
              </a:spcAft>
              <a:buNone/>
            </a:pPr>
            <a:r>
              <a:t/>
            </a:r>
            <a:endParaRPr>
              <a:latin typeface="Sora Light"/>
              <a:ea typeface="Sora Light"/>
              <a:cs typeface="Sora Light"/>
              <a:sym typeface="Sora Light"/>
            </a:endParaRPr>
          </a:p>
        </p:txBody>
      </p:sp>
      <p:sp>
        <p:nvSpPr>
          <p:cNvPr id="1016" name="Google Shape;1016;p62"/>
          <p:cNvSpPr txBox="1"/>
          <p:nvPr>
            <p:ph idx="3" type="title"/>
          </p:nvPr>
        </p:nvSpPr>
        <p:spPr>
          <a:xfrm>
            <a:off x="3255350" y="1709075"/>
            <a:ext cx="3047400" cy="25941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latin typeface="IBM Plex Sans Medium"/>
                <a:ea typeface="IBM Plex Sans Medium"/>
                <a:cs typeface="IBM Plex Sans Medium"/>
                <a:sym typeface="IBM Plex Sans Medium"/>
              </a:rPr>
              <a:t>Voice, bookmark, and font size</a:t>
            </a:r>
            <a:endParaRPr sz="1200">
              <a:latin typeface="IBM Plex Sans Medium"/>
              <a:ea typeface="IBM Plex Sans Medium"/>
              <a:cs typeface="IBM Plex Sans Medium"/>
              <a:sym typeface="IBM Plex Sans Medium"/>
            </a:endParaRPr>
          </a:p>
          <a:p>
            <a:pPr indent="0" lvl="0" marL="0" rtl="0" algn="l">
              <a:lnSpc>
                <a:spcPct val="115000"/>
              </a:lnSpc>
              <a:spcBef>
                <a:spcPts val="600"/>
              </a:spcBef>
              <a:spcAft>
                <a:spcPts val="0"/>
              </a:spcAft>
              <a:buNone/>
            </a:pPr>
            <a:r>
              <a:rPr lang="en">
                <a:latin typeface="Sora Light"/>
                <a:ea typeface="Sora Light"/>
                <a:cs typeface="Sora Light"/>
                <a:sym typeface="Sora Light"/>
              </a:rPr>
              <a:t>On the </a:t>
            </a:r>
            <a:r>
              <a:rPr lang="en">
                <a:latin typeface="Sora Light"/>
                <a:ea typeface="Sora Light"/>
                <a:cs typeface="Sora Light"/>
                <a:sym typeface="Sora Light"/>
              </a:rPr>
              <a:t>bottom</a:t>
            </a:r>
            <a:r>
              <a:rPr lang="en">
                <a:latin typeface="Sora Light"/>
                <a:ea typeface="Sora Light"/>
                <a:cs typeface="Sora Light"/>
                <a:sym typeface="Sora Light"/>
              </a:rPr>
              <a:t> left of the page there will be a pressable button with a “F” on it. This button will create a pop-up that has two options. The top button will be labeled “Font” with a </a:t>
            </a:r>
            <a:r>
              <a:rPr lang="en">
                <a:latin typeface="Sora Light"/>
                <a:ea typeface="Sora Light"/>
                <a:cs typeface="Sora Light"/>
                <a:sym typeface="Sora Light"/>
              </a:rPr>
              <a:t>corresponding</a:t>
            </a:r>
            <a:r>
              <a:rPr lang="en">
                <a:latin typeface="Sora Light"/>
                <a:ea typeface="Sora Light"/>
                <a:cs typeface="Sora Light"/>
                <a:sym typeface="Sora Light"/>
              </a:rPr>
              <a:t> button the to choose the </a:t>
            </a:r>
            <a:r>
              <a:rPr lang="en">
                <a:latin typeface="Sora Light"/>
                <a:ea typeface="Sora Light"/>
                <a:cs typeface="Sora Light"/>
                <a:sym typeface="Sora Light"/>
              </a:rPr>
              <a:t>font</a:t>
            </a:r>
            <a:r>
              <a:rPr lang="en">
                <a:latin typeface="Sora Light"/>
                <a:ea typeface="Sora Light"/>
                <a:cs typeface="Sora Light"/>
                <a:sym typeface="Sora Light"/>
              </a:rPr>
              <a:t>. Below that is a button labeled “size” that the user can left click to type in a font size for the document to adjust too.</a:t>
            </a:r>
            <a:endParaRPr>
              <a:latin typeface="Sora Light"/>
              <a:ea typeface="Sora Light"/>
              <a:cs typeface="Sora Light"/>
              <a:sym typeface="Sora Light"/>
            </a:endParaRPr>
          </a:p>
          <a:p>
            <a:pPr indent="0" lvl="0" marL="0" rtl="0" algn="l">
              <a:lnSpc>
                <a:spcPct val="115000"/>
              </a:lnSpc>
              <a:spcBef>
                <a:spcPts val="600"/>
              </a:spcBef>
              <a:spcAft>
                <a:spcPts val="0"/>
              </a:spcAft>
              <a:buNone/>
            </a:pPr>
            <a:r>
              <a:rPr lang="en">
                <a:latin typeface="Sora Light"/>
                <a:ea typeface="Sora Light"/>
                <a:cs typeface="Sora Light"/>
                <a:sym typeface="Sora Light"/>
              </a:rPr>
              <a:t>  The bookmark button is located to the left of the “F” button. This button can be left clicked to add a bookmark to the page the user is </a:t>
            </a:r>
            <a:r>
              <a:rPr lang="en">
                <a:latin typeface="Sora Light"/>
                <a:ea typeface="Sora Light"/>
                <a:cs typeface="Sora Light"/>
                <a:sym typeface="Sora Light"/>
              </a:rPr>
              <a:t>currently</a:t>
            </a:r>
            <a:r>
              <a:rPr lang="en">
                <a:latin typeface="Sora Light"/>
                <a:ea typeface="Sora Light"/>
                <a:cs typeface="Sora Light"/>
                <a:sym typeface="Sora Light"/>
              </a:rPr>
              <a:t> viewing in the document.</a:t>
            </a:r>
            <a:endParaRPr>
              <a:latin typeface="Sora Light"/>
              <a:ea typeface="Sora Light"/>
              <a:cs typeface="Sora Light"/>
              <a:sym typeface="Sora Light"/>
            </a:endParaRPr>
          </a:p>
          <a:p>
            <a:pPr indent="0" lvl="0" marL="0" rtl="0" algn="l">
              <a:lnSpc>
                <a:spcPct val="115000"/>
              </a:lnSpc>
              <a:spcBef>
                <a:spcPts val="600"/>
              </a:spcBef>
              <a:spcAft>
                <a:spcPts val="0"/>
              </a:spcAft>
              <a:buNone/>
            </a:pPr>
            <a:r>
              <a:t/>
            </a:r>
            <a:endParaRPr>
              <a:latin typeface="Sora Light"/>
              <a:ea typeface="Sora Light"/>
              <a:cs typeface="Sora Light"/>
              <a:sym typeface="Sora Light"/>
            </a:endParaRPr>
          </a:p>
          <a:p>
            <a:pPr indent="0" lvl="0" marL="0" rtl="0" algn="l">
              <a:lnSpc>
                <a:spcPct val="115000"/>
              </a:lnSpc>
              <a:spcBef>
                <a:spcPts val="600"/>
              </a:spcBef>
              <a:spcAft>
                <a:spcPts val="600"/>
              </a:spcAft>
              <a:buNone/>
            </a:pPr>
            <a:r>
              <a:t/>
            </a:r>
            <a:endParaRPr>
              <a:latin typeface="Sora Light"/>
              <a:ea typeface="Sora Light"/>
              <a:cs typeface="Sora Light"/>
              <a:sym typeface="Sora Light"/>
            </a:endParaRPr>
          </a:p>
        </p:txBody>
      </p:sp>
      <p:sp>
        <p:nvSpPr>
          <p:cNvPr id="1017" name="Google Shape;1017;p62"/>
          <p:cNvSpPr txBox="1"/>
          <p:nvPr>
            <p:ph idx="5" type="title"/>
          </p:nvPr>
        </p:nvSpPr>
        <p:spPr>
          <a:xfrm>
            <a:off x="126375" y="1181875"/>
            <a:ext cx="3544500" cy="527100"/>
          </a:xfrm>
          <a:prstGeom prst="rect">
            <a:avLst/>
          </a:prstGeom>
        </p:spPr>
        <p:txBody>
          <a:bodyPr anchorCtr="0" anchor="t" bIns="91425" lIns="91425" spcFirstLastPara="1" rIns="91425" wrap="square" tIns="0">
            <a:normAutofit fontScale="90000"/>
          </a:bodyPr>
          <a:lstStyle/>
          <a:p>
            <a:pPr indent="0" lvl="0" marL="0" rtl="0" algn="l">
              <a:spcBef>
                <a:spcPts val="0"/>
              </a:spcBef>
              <a:spcAft>
                <a:spcPts val="0"/>
              </a:spcAft>
              <a:buNone/>
            </a:pPr>
            <a:r>
              <a:rPr lang="en" sz="4044"/>
              <a:t>Document Page</a:t>
            </a:r>
            <a:endParaRPr sz="4044"/>
          </a:p>
          <a:p>
            <a:pPr indent="0" lvl="0" marL="0" rtl="0" algn="l">
              <a:spcBef>
                <a:spcPts val="0"/>
              </a:spcBef>
              <a:spcAft>
                <a:spcPts val="0"/>
              </a:spcAft>
              <a:buNone/>
            </a:pPr>
            <a:r>
              <a:t/>
            </a:r>
            <a:endParaRPr/>
          </a:p>
        </p:txBody>
      </p:sp>
      <p:sp>
        <p:nvSpPr>
          <p:cNvPr id="1018" name="Google Shape;1018;p62"/>
          <p:cNvSpPr/>
          <p:nvPr/>
        </p:nvSpPr>
        <p:spPr>
          <a:xfrm flipH="1" rot="10800000">
            <a:off x="3820750" y="1627625"/>
            <a:ext cx="53232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22" name="Shape 1022"/>
        <p:cNvGrpSpPr/>
        <p:nvPr/>
      </p:nvGrpSpPr>
      <p:grpSpPr>
        <a:xfrm>
          <a:off x="0" y="0"/>
          <a:ext cx="0" cy="0"/>
          <a:chOff x="0" y="0"/>
          <a:chExt cx="0" cy="0"/>
        </a:xfrm>
      </p:grpSpPr>
      <p:sp>
        <p:nvSpPr>
          <p:cNvPr id="1023" name="Google Shape;1023;p63"/>
          <p:cNvSpPr txBox="1"/>
          <p:nvPr>
            <p:ph type="title"/>
          </p:nvPr>
        </p:nvSpPr>
        <p:spPr>
          <a:xfrm>
            <a:off x="96025" y="1206300"/>
            <a:ext cx="6507000" cy="945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Document ctd..</a:t>
            </a:r>
            <a:endParaRPr/>
          </a:p>
        </p:txBody>
      </p:sp>
      <p:sp>
        <p:nvSpPr>
          <p:cNvPr id="1024" name="Google Shape;1024;p63"/>
          <p:cNvSpPr txBox="1"/>
          <p:nvPr>
            <p:ph idx="1" type="subTitle"/>
          </p:nvPr>
        </p:nvSpPr>
        <p:spPr>
          <a:xfrm>
            <a:off x="115025" y="2152200"/>
            <a:ext cx="3759600" cy="2570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IBM Plex Sans Medium"/>
                <a:ea typeface="IBM Plex Sans Medium"/>
                <a:cs typeface="IBM Plex Sans Medium"/>
                <a:sym typeface="IBM Plex Sans Medium"/>
              </a:rPr>
              <a:t>Annotations and hold:</a:t>
            </a:r>
            <a:endParaRPr sz="1200">
              <a:latin typeface="IBM Plex Sans Medium"/>
              <a:ea typeface="IBM Plex Sans Medium"/>
              <a:cs typeface="IBM Plex Sans Medium"/>
              <a:sym typeface="IBM Plex Sans Medium"/>
            </a:endParaRPr>
          </a:p>
          <a:p>
            <a:pPr indent="0" lvl="0" marL="0" rtl="0" algn="l">
              <a:spcBef>
                <a:spcPts val="600"/>
              </a:spcBef>
              <a:spcAft>
                <a:spcPts val="0"/>
              </a:spcAft>
              <a:buNone/>
            </a:pPr>
            <a:r>
              <a:rPr lang="en" sz="1100"/>
              <a:t>By holding left click and dragging the mouse over the desired text this will turn the text blue and create a pop up bar near the text.This bar will multiple colored buttons that can be left clicked to apply a highlighter to the highlighted text. </a:t>
            </a:r>
            <a:endParaRPr sz="1100"/>
          </a:p>
          <a:p>
            <a:pPr indent="0" lvl="0" marL="0" rtl="0" algn="l">
              <a:spcBef>
                <a:spcPts val="600"/>
              </a:spcBef>
              <a:spcAft>
                <a:spcPts val="0"/>
              </a:spcAft>
              <a:buNone/>
            </a:pPr>
            <a:r>
              <a:rPr lang="en" sz="1100"/>
              <a:t>Other than the colored buttons there will be one button that has a speaker icon on it. When this button is left clicked it will start the TTS reader from the start of the section and will proceed to the end of the document.</a:t>
            </a:r>
            <a:endParaRPr sz="1100"/>
          </a:p>
          <a:p>
            <a:pPr indent="0" lvl="0" marL="0" rtl="0" algn="l">
              <a:spcBef>
                <a:spcPts val="600"/>
              </a:spcBef>
              <a:spcAft>
                <a:spcPts val="0"/>
              </a:spcAft>
              <a:buNone/>
            </a:pPr>
            <a:r>
              <a:t/>
            </a:r>
            <a:endParaRPr sz="1200">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8" name="Shape 1028"/>
        <p:cNvGrpSpPr/>
        <p:nvPr/>
      </p:nvGrpSpPr>
      <p:grpSpPr>
        <a:xfrm>
          <a:off x="0" y="0"/>
          <a:ext cx="0" cy="0"/>
          <a:chOff x="0" y="0"/>
          <a:chExt cx="0" cy="0"/>
        </a:xfrm>
      </p:grpSpPr>
      <p:sp>
        <p:nvSpPr>
          <p:cNvPr id="1029" name="Google Shape;1029;p64"/>
          <p:cNvSpPr txBox="1"/>
          <p:nvPr>
            <p:ph type="title"/>
          </p:nvPr>
        </p:nvSpPr>
        <p:spPr>
          <a:xfrm>
            <a:off x="107150" y="927200"/>
            <a:ext cx="6931800" cy="70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Document Format Requirements</a:t>
            </a:r>
            <a:endParaRPr/>
          </a:p>
        </p:txBody>
      </p:sp>
      <p:sp>
        <p:nvSpPr>
          <p:cNvPr id="1030" name="Google Shape;1030;p64"/>
          <p:cNvSpPr txBox="1"/>
          <p:nvPr>
            <p:ph idx="1" type="subTitle"/>
          </p:nvPr>
        </p:nvSpPr>
        <p:spPr>
          <a:xfrm>
            <a:off x="107150" y="1741675"/>
            <a:ext cx="4854600" cy="3170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300"/>
              <a:t>Acceptable file types: TXT, PDF, EPUB, and docx.</a:t>
            </a:r>
            <a:endParaRPr sz="1300"/>
          </a:p>
          <a:p>
            <a:pPr indent="0" lvl="0" marL="0" rtl="0" algn="l">
              <a:spcBef>
                <a:spcPts val="1000"/>
              </a:spcBef>
              <a:spcAft>
                <a:spcPts val="0"/>
              </a:spcAft>
              <a:buNone/>
            </a:pPr>
            <a:r>
              <a:rPr lang="en" sz="1300"/>
              <a:t>Must be smaller than 50MB (Supabase global file size limit)</a:t>
            </a:r>
            <a:endParaRPr sz="1300"/>
          </a:p>
          <a:p>
            <a:pPr indent="0" lvl="0" marL="0" rtl="0" algn="l">
              <a:spcBef>
                <a:spcPts val="1000"/>
              </a:spcBef>
              <a:spcAft>
                <a:spcPts val="0"/>
              </a:spcAft>
              <a:buNone/>
            </a:pPr>
            <a:r>
              <a:rPr lang="en" sz="1300"/>
              <a:t>File names must contain only:</a:t>
            </a:r>
            <a:endParaRPr sz="1300"/>
          </a:p>
          <a:p>
            <a:pPr indent="0" lvl="0" marL="0" rtl="0" algn="l">
              <a:spcBef>
                <a:spcPts val="1000"/>
              </a:spcBef>
              <a:spcAft>
                <a:spcPts val="0"/>
              </a:spcAft>
              <a:buNone/>
            </a:pPr>
            <a:r>
              <a:rPr lang="en" sz="1300"/>
              <a:t>	Alphanumeric: A-Z, a-z, 0-9</a:t>
            </a:r>
            <a:endParaRPr sz="1300"/>
          </a:p>
          <a:p>
            <a:pPr indent="0" lvl="0" marL="0" rtl="0" algn="l">
              <a:spcBef>
                <a:spcPts val="1000"/>
              </a:spcBef>
              <a:spcAft>
                <a:spcPts val="0"/>
              </a:spcAft>
              <a:buNone/>
            </a:pPr>
            <a:r>
              <a:rPr lang="en" sz="1300"/>
              <a:t>	Punctuation: _(underscore), -(</a:t>
            </a:r>
            <a:r>
              <a:rPr lang="en" sz="1300"/>
              <a:t>hyphen</a:t>
            </a:r>
            <a:r>
              <a:rPr lang="en" sz="1300"/>
              <a:t>),</a:t>
            </a:r>
            <a:endParaRPr sz="1300"/>
          </a:p>
          <a:p>
            <a:pPr indent="0" lvl="0" marL="0" rtl="0" algn="l">
              <a:spcBef>
                <a:spcPts val="1000"/>
              </a:spcBef>
              <a:spcAft>
                <a:spcPts val="0"/>
              </a:spcAft>
              <a:buNone/>
            </a:pPr>
            <a:r>
              <a:rPr lang="en" sz="1300"/>
              <a:t>	.(period), ‘(</a:t>
            </a:r>
            <a:r>
              <a:rPr lang="en" sz="1300"/>
              <a:t>apostrophe</a:t>
            </a:r>
            <a:r>
              <a:rPr lang="en" sz="1300"/>
              <a:t>),  ,(comma)</a:t>
            </a:r>
            <a:endParaRPr sz="1300"/>
          </a:p>
          <a:p>
            <a:pPr indent="0" lvl="0" marL="0" rtl="0" algn="l">
              <a:spcBef>
                <a:spcPts val="1000"/>
              </a:spcBef>
              <a:spcAft>
                <a:spcPts val="0"/>
              </a:spcAft>
              <a:buNone/>
            </a:pPr>
            <a:r>
              <a:rPr lang="en" sz="1300"/>
              <a:t>	Special characters: !, *, &amp;, $, @, =, ‘, :, +, ?, (, and ).</a:t>
            </a:r>
            <a:endParaRPr sz="1300"/>
          </a:p>
          <a:p>
            <a:pPr indent="0" lvl="0" marL="0" rtl="0" algn="l">
              <a:spcBef>
                <a:spcPts val="1000"/>
              </a:spcBef>
              <a:spcAft>
                <a:spcPts val="1000"/>
              </a:spcAft>
              <a:buNone/>
            </a:pPr>
            <a:r>
              <a:rPr lang="en" sz="1300"/>
              <a:t>	White space: </a:t>
            </a:r>
            <a:endParaRPr sz="13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4" name="Shape 1034"/>
        <p:cNvGrpSpPr/>
        <p:nvPr/>
      </p:nvGrpSpPr>
      <p:grpSpPr>
        <a:xfrm>
          <a:off x="0" y="0"/>
          <a:ext cx="0" cy="0"/>
          <a:chOff x="0" y="0"/>
          <a:chExt cx="0" cy="0"/>
        </a:xfrm>
      </p:grpSpPr>
      <p:sp>
        <p:nvSpPr>
          <p:cNvPr id="1035" name="Google Shape;1035;p65"/>
          <p:cNvSpPr txBox="1"/>
          <p:nvPr>
            <p:ph idx="1" type="subTitle"/>
          </p:nvPr>
        </p:nvSpPr>
        <p:spPr>
          <a:xfrm>
            <a:off x="115025" y="1023650"/>
            <a:ext cx="3759600" cy="35850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300"/>
              <a:t>Profile Information</a:t>
            </a:r>
            <a:endParaRPr sz="1300">
              <a:latin typeface="Sora Light"/>
              <a:ea typeface="Sora Light"/>
              <a:cs typeface="Sora Light"/>
              <a:sym typeface="Sora Light"/>
            </a:endParaRPr>
          </a:p>
          <a:p>
            <a:pPr indent="0" lvl="0" marL="0" rtl="0" algn="l">
              <a:lnSpc>
                <a:spcPct val="115000"/>
              </a:lnSpc>
              <a:spcBef>
                <a:spcPts val="1000"/>
              </a:spcBef>
              <a:spcAft>
                <a:spcPts val="0"/>
              </a:spcAft>
              <a:buNone/>
            </a:pPr>
            <a:r>
              <a:rPr lang="en" sz="1300"/>
              <a:t>Displays Google profile picture, username, documents uploaded stat, and public collections</a:t>
            </a:r>
            <a:endParaRPr sz="1300"/>
          </a:p>
          <a:p>
            <a:pPr indent="0" lvl="0" marL="0" rtl="0" algn="l">
              <a:lnSpc>
                <a:spcPct val="115000"/>
              </a:lnSpc>
              <a:spcBef>
                <a:spcPts val="1000"/>
              </a:spcBef>
              <a:spcAft>
                <a:spcPts val="0"/>
              </a:spcAft>
              <a:buNone/>
            </a:pPr>
            <a:r>
              <a:rPr lang="en" sz="1300"/>
              <a:t>Profiles private by default, public visibility set manually</a:t>
            </a:r>
            <a:endParaRPr sz="1300"/>
          </a:p>
          <a:p>
            <a:pPr indent="0" lvl="0" marL="0" rtl="0" algn="l">
              <a:lnSpc>
                <a:spcPct val="115000"/>
              </a:lnSpc>
              <a:spcBef>
                <a:spcPts val="1000"/>
              </a:spcBef>
              <a:spcAft>
                <a:spcPts val="0"/>
              </a:spcAft>
              <a:buNone/>
            </a:pPr>
            <a:r>
              <a:rPr lang="en" sz="1300"/>
              <a:t>Settings wheel in top right of page for visibility settings</a:t>
            </a:r>
            <a:endParaRPr sz="1300"/>
          </a:p>
          <a:p>
            <a:pPr indent="0" lvl="0" marL="0" rtl="0" algn="l">
              <a:lnSpc>
                <a:spcPct val="115000"/>
              </a:lnSpc>
              <a:spcBef>
                <a:spcPts val="1000"/>
              </a:spcBef>
              <a:spcAft>
                <a:spcPts val="1000"/>
              </a:spcAft>
              <a:buNone/>
            </a:pPr>
            <a:r>
              <a:rPr lang="en" sz="1300"/>
              <a:t>Public collections listed in a table of collection name, number of documents, and a view collection button</a:t>
            </a:r>
            <a:endParaRPr sz="1300"/>
          </a:p>
        </p:txBody>
      </p:sp>
      <p:sp>
        <p:nvSpPr>
          <p:cNvPr id="1036" name="Google Shape;1036;p65"/>
          <p:cNvSpPr txBox="1"/>
          <p:nvPr>
            <p:ph idx="2" type="title"/>
          </p:nvPr>
        </p:nvSpPr>
        <p:spPr>
          <a:xfrm>
            <a:off x="115025" y="406250"/>
            <a:ext cx="6507000" cy="617400"/>
          </a:xfrm>
          <a:prstGeom prst="rect">
            <a:avLst/>
          </a:prstGeom>
        </p:spPr>
        <p:txBody>
          <a:bodyPr anchorCtr="0" anchor="t" bIns="91425" lIns="91425" spcFirstLastPara="1" rIns="91425" wrap="square" tIns="0">
            <a:noAutofit/>
          </a:bodyPr>
          <a:lstStyle/>
          <a:p>
            <a:pPr indent="0" lvl="0" marL="0" rtl="0" algn="l">
              <a:lnSpc>
                <a:spcPct val="80000"/>
              </a:lnSpc>
              <a:spcBef>
                <a:spcPts val="0"/>
              </a:spcBef>
              <a:spcAft>
                <a:spcPts val="0"/>
              </a:spcAft>
              <a:buNone/>
            </a:pPr>
            <a:r>
              <a:rPr lang="en" sz="3600"/>
              <a:t>Profile Page</a:t>
            </a:r>
            <a:endParaRPr sz="36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0" name="Shape 1040"/>
        <p:cNvGrpSpPr/>
        <p:nvPr/>
      </p:nvGrpSpPr>
      <p:grpSpPr>
        <a:xfrm>
          <a:off x="0" y="0"/>
          <a:ext cx="0" cy="0"/>
          <a:chOff x="0" y="0"/>
          <a:chExt cx="0" cy="0"/>
        </a:xfrm>
      </p:grpSpPr>
      <p:sp>
        <p:nvSpPr>
          <p:cNvPr id="1041" name="Google Shape;1041;p66"/>
          <p:cNvSpPr txBox="1"/>
          <p:nvPr>
            <p:ph type="title"/>
          </p:nvPr>
        </p:nvSpPr>
        <p:spPr>
          <a:xfrm>
            <a:off x="107150" y="927200"/>
            <a:ext cx="6507000" cy="70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Profile Requirements</a:t>
            </a:r>
            <a:endParaRPr/>
          </a:p>
        </p:txBody>
      </p:sp>
      <p:sp>
        <p:nvSpPr>
          <p:cNvPr id="1042" name="Google Shape;1042;p66"/>
          <p:cNvSpPr txBox="1"/>
          <p:nvPr>
            <p:ph idx="1" type="subTitle"/>
          </p:nvPr>
        </p:nvSpPr>
        <p:spPr>
          <a:xfrm>
            <a:off x="107150" y="1741675"/>
            <a:ext cx="3759600" cy="30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t>Information loaded from Google account</a:t>
            </a:r>
            <a:endParaRPr sz="1200"/>
          </a:p>
          <a:p>
            <a:pPr indent="0" lvl="0" marL="0" rtl="0" algn="l">
              <a:spcBef>
                <a:spcPts val="1000"/>
              </a:spcBef>
              <a:spcAft>
                <a:spcPts val="0"/>
              </a:spcAft>
              <a:buNone/>
            </a:pPr>
            <a:r>
              <a:rPr lang="en" sz="1200"/>
              <a:t>“Files Uploaded” stat loaded from Supabase database</a:t>
            </a:r>
            <a:endParaRPr sz="1200"/>
          </a:p>
          <a:p>
            <a:pPr indent="0" lvl="0" marL="0" rtl="0" algn="l">
              <a:spcBef>
                <a:spcPts val="1000"/>
              </a:spcBef>
              <a:spcAft>
                <a:spcPts val="0"/>
              </a:spcAft>
              <a:buNone/>
            </a:pPr>
            <a:r>
              <a:rPr lang="en" sz="1200"/>
              <a:t>Private profiles only visible to account owner</a:t>
            </a:r>
            <a:endParaRPr sz="1200"/>
          </a:p>
          <a:p>
            <a:pPr indent="0" lvl="0" marL="0" rtl="0" algn="l">
              <a:spcBef>
                <a:spcPts val="1000"/>
              </a:spcBef>
              <a:spcAft>
                <a:spcPts val="0"/>
              </a:spcAft>
              <a:buNone/>
            </a:pPr>
            <a:r>
              <a:rPr lang="en" sz="1200"/>
              <a:t>Private profiles will display an error message to other users and direct back to the dashboard</a:t>
            </a:r>
            <a:endParaRPr sz="1200"/>
          </a:p>
          <a:p>
            <a:pPr indent="0" lvl="0" marL="0" rtl="0" algn="l">
              <a:spcBef>
                <a:spcPts val="1000"/>
              </a:spcBef>
              <a:spcAft>
                <a:spcPts val="0"/>
              </a:spcAft>
              <a:buNone/>
            </a:pPr>
            <a:r>
              <a:rPr lang="en" sz="1200"/>
              <a:t>Only populate profile collections list with public collections</a:t>
            </a:r>
            <a:endParaRPr sz="1200"/>
          </a:p>
          <a:p>
            <a:pPr indent="0" lvl="0" marL="0" rtl="0" algn="l">
              <a:spcBef>
                <a:spcPts val="1000"/>
              </a:spcBef>
              <a:spcAft>
                <a:spcPts val="1000"/>
              </a:spcAft>
              <a:buNone/>
            </a:pPr>
            <a:r>
              <a:rPr lang="en" sz="1200"/>
              <a:t>Public collections not modifiable by other users</a:t>
            </a:r>
            <a:endParaRPr sz="12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6" name="Shape 1046"/>
        <p:cNvGrpSpPr/>
        <p:nvPr/>
      </p:nvGrpSpPr>
      <p:grpSpPr>
        <a:xfrm>
          <a:off x="0" y="0"/>
          <a:ext cx="0" cy="0"/>
          <a:chOff x="0" y="0"/>
          <a:chExt cx="0" cy="0"/>
        </a:xfrm>
      </p:grpSpPr>
      <p:sp>
        <p:nvSpPr>
          <p:cNvPr id="1047" name="Google Shape;1047;p67"/>
          <p:cNvSpPr txBox="1"/>
          <p:nvPr>
            <p:ph idx="2" type="title"/>
          </p:nvPr>
        </p:nvSpPr>
        <p:spPr>
          <a:xfrm>
            <a:off x="115025" y="406250"/>
            <a:ext cx="5909400" cy="702600"/>
          </a:xfrm>
          <a:prstGeom prst="rect">
            <a:avLst/>
          </a:prstGeom>
        </p:spPr>
        <p:txBody>
          <a:bodyPr anchorCtr="0" anchor="t" bIns="91425" lIns="91425" spcFirstLastPara="1" rIns="91425" wrap="square" tIns="0">
            <a:noAutofit/>
          </a:bodyPr>
          <a:lstStyle/>
          <a:p>
            <a:pPr indent="0" lvl="0" marL="0" rtl="0" algn="l">
              <a:spcBef>
                <a:spcPts val="0"/>
              </a:spcBef>
              <a:spcAft>
                <a:spcPts val="0"/>
              </a:spcAft>
              <a:buNone/>
            </a:pPr>
            <a:r>
              <a:rPr lang="en" sz="3600"/>
              <a:t>Risky Project Requirements</a:t>
            </a:r>
            <a:endParaRPr sz="3600"/>
          </a:p>
        </p:txBody>
      </p:sp>
      <p:sp>
        <p:nvSpPr>
          <p:cNvPr id="1048" name="Google Shape;1048;p67"/>
          <p:cNvSpPr txBox="1"/>
          <p:nvPr>
            <p:ph idx="1" type="subTitle"/>
          </p:nvPr>
        </p:nvSpPr>
        <p:spPr>
          <a:xfrm>
            <a:off x="115025" y="1108850"/>
            <a:ext cx="3759600" cy="1659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400"/>
              <a:t>TTS Integration</a:t>
            </a:r>
            <a:endParaRPr b="1" sz="1400"/>
          </a:p>
          <a:p>
            <a:pPr indent="0" lvl="0" marL="0" rtl="0" algn="l">
              <a:spcBef>
                <a:spcPts val="1000"/>
              </a:spcBef>
              <a:spcAft>
                <a:spcPts val="0"/>
              </a:spcAft>
              <a:buNone/>
            </a:pPr>
            <a:r>
              <a:rPr b="1" lang="en" sz="1400"/>
              <a:t>Annotations and Bookmarks</a:t>
            </a:r>
            <a:endParaRPr b="1" sz="1400"/>
          </a:p>
          <a:p>
            <a:pPr indent="0" lvl="0" marL="0" rtl="0" algn="l">
              <a:spcBef>
                <a:spcPts val="1000"/>
              </a:spcBef>
              <a:spcAft>
                <a:spcPts val="1000"/>
              </a:spcAft>
              <a:buNone/>
            </a:pPr>
            <a:r>
              <a:rPr b="1" lang="en" sz="1400"/>
              <a:t>Public Collections</a:t>
            </a:r>
            <a:endParaRPr b="1" sz="14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2" name="Shape 1052"/>
        <p:cNvGrpSpPr/>
        <p:nvPr/>
      </p:nvGrpSpPr>
      <p:grpSpPr>
        <a:xfrm>
          <a:off x="0" y="0"/>
          <a:ext cx="0" cy="0"/>
          <a:chOff x="0" y="0"/>
          <a:chExt cx="0" cy="0"/>
        </a:xfrm>
      </p:grpSpPr>
      <p:sp>
        <p:nvSpPr>
          <p:cNvPr id="1053" name="Google Shape;1053;p68"/>
          <p:cNvSpPr txBox="1"/>
          <p:nvPr>
            <p:ph idx="2" type="title"/>
          </p:nvPr>
        </p:nvSpPr>
        <p:spPr>
          <a:xfrm>
            <a:off x="115025" y="406250"/>
            <a:ext cx="7152000" cy="639900"/>
          </a:xfrm>
          <a:prstGeom prst="rect">
            <a:avLst/>
          </a:prstGeom>
        </p:spPr>
        <p:txBody>
          <a:bodyPr anchorCtr="0" anchor="t" bIns="91425" lIns="91425" spcFirstLastPara="1" rIns="91425" wrap="square" tIns="0">
            <a:noAutofit/>
          </a:bodyPr>
          <a:lstStyle/>
          <a:p>
            <a:pPr indent="0" lvl="0" marL="0" rtl="0" algn="l">
              <a:spcBef>
                <a:spcPts val="0"/>
              </a:spcBef>
              <a:spcAft>
                <a:spcPts val="0"/>
              </a:spcAft>
              <a:buNone/>
            </a:pPr>
            <a:r>
              <a:rPr lang="en" sz="3600"/>
              <a:t>TTS Integration Risks</a:t>
            </a:r>
            <a:endParaRPr sz="3600"/>
          </a:p>
        </p:txBody>
      </p:sp>
      <p:sp>
        <p:nvSpPr>
          <p:cNvPr id="1054" name="Google Shape;1054;p68"/>
          <p:cNvSpPr txBox="1"/>
          <p:nvPr>
            <p:ph idx="1" type="subTitle"/>
          </p:nvPr>
        </p:nvSpPr>
        <p:spPr>
          <a:xfrm>
            <a:off x="115025" y="1046150"/>
            <a:ext cx="3919500" cy="2331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300"/>
              <a:t>Text needs to be read in real time to work immediately with any document the user uploads</a:t>
            </a:r>
            <a:endParaRPr sz="1300"/>
          </a:p>
          <a:p>
            <a:pPr indent="0" lvl="0" marL="0" rtl="0" algn="l">
              <a:spcBef>
                <a:spcPts val="1000"/>
              </a:spcBef>
              <a:spcAft>
                <a:spcPts val="0"/>
              </a:spcAft>
              <a:buNone/>
            </a:pPr>
            <a:r>
              <a:rPr lang="en" sz="1300"/>
              <a:t>Need to be able to correctly extract text information from multiple formats</a:t>
            </a:r>
            <a:endParaRPr sz="1300"/>
          </a:p>
          <a:p>
            <a:pPr indent="0" lvl="0" marL="0" rtl="0" algn="l">
              <a:spcBef>
                <a:spcPts val="1000"/>
              </a:spcBef>
              <a:spcAft>
                <a:spcPts val="1000"/>
              </a:spcAft>
              <a:buNone/>
            </a:pPr>
            <a:r>
              <a:rPr lang="en" sz="1300"/>
              <a:t>Want to give the user multiple controls for the voice, </a:t>
            </a:r>
            <a:r>
              <a:rPr lang="en" sz="1300"/>
              <a:t>while avoiding token restrictions on API services</a:t>
            </a:r>
            <a:endParaRPr sz="13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8" name="Shape 1058"/>
        <p:cNvGrpSpPr/>
        <p:nvPr/>
      </p:nvGrpSpPr>
      <p:grpSpPr>
        <a:xfrm>
          <a:off x="0" y="0"/>
          <a:ext cx="0" cy="0"/>
          <a:chOff x="0" y="0"/>
          <a:chExt cx="0" cy="0"/>
        </a:xfrm>
      </p:grpSpPr>
      <p:sp>
        <p:nvSpPr>
          <p:cNvPr id="1059" name="Google Shape;1059;p69"/>
          <p:cNvSpPr txBox="1"/>
          <p:nvPr>
            <p:ph idx="2" type="title"/>
          </p:nvPr>
        </p:nvSpPr>
        <p:spPr>
          <a:xfrm>
            <a:off x="115025" y="406250"/>
            <a:ext cx="7152000" cy="639900"/>
          </a:xfrm>
          <a:prstGeom prst="rect">
            <a:avLst/>
          </a:prstGeom>
        </p:spPr>
        <p:txBody>
          <a:bodyPr anchorCtr="0" anchor="t" bIns="91425" lIns="91425" spcFirstLastPara="1" rIns="91425" wrap="square" tIns="0">
            <a:noAutofit/>
          </a:bodyPr>
          <a:lstStyle/>
          <a:p>
            <a:pPr indent="0" lvl="0" marL="0" rtl="0" algn="l">
              <a:spcBef>
                <a:spcPts val="0"/>
              </a:spcBef>
              <a:spcAft>
                <a:spcPts val="0"/>
              </a:spcAft>
              <a:buNone/>
            </a:pPr>
            <a:r>
              <a:rPr lang="en" sz="3600"/>
              <a:t>Annotation and Bookmark </a:t>
            </a:r>
            <a:r>
              <a:rPr lang="en" sz="3600"/>
              <a:t>Risks</a:t>
            </a:r>
            <a:endParaRPr sz="3600"/>
          </a:p>
        </p:txBody>
      </p:sp>
      <p:sp>
        <p:nvSpPr>
          <p:cNvPr id="1060" name="Google Shape;1060;p69"/>
          <p:cNvSpPr txBox="1"/>
          <p:nvPr>
            <p:ph idx="1" type="subTitle"/>
          </p:nvPr>
        </p:nvSpPr>
        <p:spPr>
          <a:xfrm>
            <a:off x="115025" y="1046150"/>
            <a:ext cx="4179000" cy="3637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300"/>
              <a:t>Highlight button will appear from selecting text, needs to be compatible on different browsers and devices without interfering with OS/Browser UI</a:t>
            </a:r>
            <a:endParaRPr sz="1300"/>
          </a:p>
          <a:p>
            <a:pPr indent="0" lvl="0" marL="0" rtl="0" algn="l">
              <a:spcBef>
                <a:spcPts val="1000"/>
              </a:spcBef>
              <a:spcAft>
                <a:spcPts val="0"/>
              </a:spcAft>
              <a:buNone/>
            </a:pPr>
            <a:r>
              <a:rPr lang="en" sz="1300"/>
              <a:t>Annotations will need to be persistent, highlights will need to be stored and loaded for the document</a:t>
            </a:r>
            <a:endParaRPr sz="1300"/>
          </a:p>
          <a:p>
            <a:pPr indent="0" lvl="0" marL="0" rtl="0" algn="l">
              <a:spcBef>
                <a:spcPts val="1000"/>
              </a:spcBef>
              <a:spcAft>
                <a:spcPts val="0"/>
              </a:spcAft>
              <a:buNone/>
            </a:pPr>
            <a:r>
              <a:rPr lang="en" sz="1300"/>
              <a:t>Bookmarks will also need to be persistent, keeping track of the page for the bookmark and moving the document to that position.</a:t>
            </a:r>
            <a:endParaRPr sz="1300"/>
          </a:p>
          <a:p>
            <a:pPr indent="0" lvl="0" marL="0" rtl="0" algn="l">
              <a:spcBef>
                <a:spcPts val="1000"/>
              </a:spcBef>
              <a:spcAft>
                <a:spcPts val="1000"/>
              </a:spcAft>
              <a:buNone/>
            </a:pPr>
            <a:r>
              <a:rPr lang="en" sz="1300"/>
              <a:t>Somewhat consistent database usage to update and load both annotations and bookmarks.</a:t>
            </a:r>
            <a:endParaRPr sz="13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4" name="Shape 1064"/>
        <p:cNvGrpSpPr/>
        <p:nvPr/>
      </p:nvGrpSpPr>
      <p:grpSpPr>
        <a:xfrm>
          <a:off x="0" y="0"/>
          <a:ext cx="0" cy="0"/>
          <a:chOff x="0" y="0"/>
          <a:chExt cx="0" cy="0"/>
        </a:xfrm>
      </p:grpSpPr>
      <p:sp>
        <p:nvSpPr>
          <p:cNvPr id="1065" name="Google Shape;1065;p70"/>
          <p:cNvSpPr txBox="1"/>
          <p:nvPr>
            <p:ph idx="2" type="title"/>
          </p:nvPr>
        </p:nvSpPr>
        <p:spPr>
          <a:xfrm>
            <a:off x="115025" y="406250"/>
            <a:ext cx="7152000" cy="639900"/>
          </a:xfrm>
          <a:prstGeom prst="rect">
            <a:avLst/>
          </a:prstGeom>
        </p:spPr>
        <p:txBody>
          <a:bodyPr anchorCtr="0" anchor="t" bIns="91425" lIns="91425" spcFirstLastPara="1" rIns="91425" wrap="square" tIns="0">
            <a:noAutofit/>
          </a:bodyPr>
          <a:lstStyle/>
          <a:p>
            <a:pPr indent="0" lvl="0" marL="0" rtl="0" algn="l">
              <a:spcBef>
                <a:spcPts val="0"/>
              </a:spcBef>
              <a:spcAft>
                <a:spcPts val="0"/>
              </a:spcAft>
              <a:buNone/>
            </a:pPr>
            <a:r>
              <a:rPr lang="en" sz="3600"/>
              <a:t>Public Collection</a:t>
            </a:r>
            <a:r>
              <a:rPr lang="en" sz="3600"/>
              <a:t> Risks</a:t>
            </a:r>
            <a:endParaRPr sz="3600"/>
          </a:p>
        </p:txBody>
      </p:sp>
      <p:sp>
        <p:nvSpPr>
          <p:cNvPr id="1066" name="Google Shape;1066;p70"/>
          <p:cNvSpPr txBox="1"/>
          <p:nvPr>
            <p:ph idx="1" type="subTitle"/>
          </p:nvPr>
        </p:nvSpPr>
        <p:spPr>
          <a:xfrm>
            <a:off x="115025" y="1046150"/>
            <a:ext cx="4029600" cy="3637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300"/>
              <a:t>Collections will be visible to others if the user profile and collection are both set to public</a:t>
            </a:r>
            <a:endParaRPr sz="1300"/>
          </a:p>
          <a:p>
            <a:pPr indent="0" lvl="0" marL="0" rtl="0" algn="l">
              <a:spcBef>
                <a:spcPts val="1000"/>
              </a:spcBef>
              <a:spcAft>
                <a:spcPts val="0"/>
              </a:spcAft>
              <a:buNone/>
            </a:pPr>
            <a:r>
              <a:rPr lang="en" sz="1300"/>
              <a:t>Documents will need to be visible without being able to modify the collection</a:t>
            </a:r>
            <a:endParaRPr sz="1300"/>
          </a:p>
          <a:p>
            <a:pPr indent="0" lvl="0" marL="0" rtl="0" algn="l">
              <a:spcBef>
                <a:spcPts val="1000"/>
              </a:spcBef>
              <a:spcAft>
                <a:spcPts val="0"/>
              </a:spcAft>
              <a:buNone/>
            </a:pPr>
            <a:r>
              <a:rPr lang="en" sz="1300"/>
              <a:t>Annotations and bookmark data need to be separated from the document itself, being per user.</a:t>
            </a:r>
            <a:endParaRPr sz="1300"/>
          </a:p>
          <a:p>
            <a:pPr indent="0" lvl="0" marL="0" rtl="0" algn="l">
              <a:spcBef>
                <a:spcPts val="1000"/>
              </a:spcBef>
              <a:spcAft>
                <a:spcPts val="1000"/>
              </a:spcAft>
              <a:buNone/>
            </a:pPr>
            <a:r>
              <a:rPr lang="en" sz="1300"/>
              <a:t>Security concern leads to collections being private by default</a:t>
            </a:r>
            <a:endParaRPr sz="13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0" name="Shape 1070"/>
        <p:cNvGrpSpPr/>
        <p:nvPr/>
      </p:nvGrpSpPr>
      <p:grpSpPr>
        <a:xfrm>
          <a:off x="0" y="0"/>
          <a:ext cx="0" cy="0"/>
          <a:chOff x="0" y="0"/>
          <a:chExt cx="0" cy="0"/>
        </a:xfrm>
      </p:grpSpPr>
      <p:sp>
        <p:nvSpPr>
          <p:cNvPr id="1071" name="Google Shape;1071;p71"/>
          <p:cNvSpPr txBox="1"/>
          <p:nvPr>
            <p:ph idx="1" type="body"/>
          </p:nvPr>
        </p:nvSpPr>
        <p:spPr>
          <a:xfrm>
            <a:off x="3973350" y="457200"/>
            <a:ext cx="1291200" cy="45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That’s all…</a:t>
            </a:r>
            <a:endParaRPr sz="1600"/>
          </a:p>
        </p:txBody>
      </p:sp>
      <p:sp>
        <p:nvSpPr>
          <p:cNvPr id="1072" name="Google Shape;1072;p71"/>
          <p:cNvSpPr txBox="1"/>
          <p:nvPr>
            <p:ph type="title"/>
          </p:nvPr>
        </p:nvSpPr>
        <p:spPr>
          <a:xfrm>
            <a:off x="2033550" y="1595400"/>
            <a:ext cx="5076900" cy="1031400"/>
          </a:xfrm>
          <a:prstGeom prst="rect">
            <a:avLst/>
          </a:prstGeom>
        </p:spPr>
        <p:txBody>
          <a:bodyPr anchorCtr="0" anchor="t" bIns="91425" lIns="91425" spcFirstLastPara="1" rIns="91425" wrap="square" tIns="91425">
            <a:spAutoFit/>
          </a:bodyPr>
          <a:lstStyle/>
          <a:p>
            <a:pPr indent="0" lvl="0" marL="0" rtl="0" algn="ctr">
              <a:spcBef>
                <a:spcPts val="0"/>
              </a:spcBef>
              <a:spcAft>
                <a:spcPts val="0"/>
              </a:spcAft>
              <a:buNone/>
            </a:pPr>
            <a:r>
              <a:rPr lang="en"/>
              <a:t>Any Questions?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GEOMETRIC OVERLAYS">
  <a:themeElements>
    <a:clrScheme name="Simple Light">
      <a:dk1>
        <a:srgbClr val="FFFFFF"/>
      </a:dk1>
      <a:lt1>
        <a:srgbClr val="353535"/>
      </a:lt1>
      <a:dk2>
        <a:srgbClr val="E3DFD6"/>
      </a:dk2>
      <a:lt2>
        <a:srgbClr val="F0B03B"/>
      </a:lt2>
      <a:accent1>
        <a:srgbClr val="FFEB67"/>
      </a:accent1>
      <a:accent2>
        <a:srgbClr val="FF5777"/>
      </a:accent2>
      <a:accent3>
        <a:srgbClr val="41CC6B"/>
      </a:accent3>
      <a:accent4>
        <a:srgbClr val="4285F4"/>
      </a:accent4>
      <a:accent5>
        <a:srgbClr val="69615E"/>
      </a:accent5>
      <a:accent6>
        <a:srgbClr val="FF866D"/>
      </a:accent6>
      <a:hlink>
        <a:srgbClr val="2A292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